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291"/>
    <p:restoredTop sz="70014"/>
  </p:normalViewPr>
  <p:slideViewPr>
    <p:cSldViewPr snapToGrid="0" snapToObjects="1">
      <p:cViewPr varScale="1">
        <p:scale>
          <a:sx n="84" d="100"/>
          <a:sy n="84" d="100"/>
        </p:scale>
        <p:origin x="19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image" Target="../media/image2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image" Target="../media/image8.jpe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image" Target="../media/image2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image" Target="../media/image8.jpe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1510BA-7CA4-DF4A-B26E-45CC9B838CAF}" type="doc">
      <dgm:prSet loTypeId="urn:microsoft.com/office/officeart/2005/8/layout/vList3" loCatId="" qsTypeId="urn:microsoft.com/office/officeart/2005/8/quickstyle/simple2" qsCatId="simple" csTypeId="urn:microsoft.com/office/officeart/2005/8/colors/accent1_2" csCatId="accent1" phldr="1"/>
      <dgm:spPr/>
    </dgm:pt>
    <dgm:pt modelId="{BDB727D3-0ECD-1549-9D51-BCDB2E93E8B8}">
      <dgm:prSet phldrT="[Text]"/>
      <dgm:spPr/>
      <dgm:t>
        <a:bodyPr/>
        <a:lstStyle/>
        <a:p>
          <a:r>
            <a:rPr lang="en-US" dirty="0" err="1"/>
            <a:t>Testbirds.com</a:t>
          </a:r>
          <a:endParaRPr lang="en-US" dirty="0"/>
        </a:p>
      </dgm:t>
    </dgm:pt>
    <dgm:pt modelId="{5A472B82-04BD-7C4C-B5A9-03664BEBFB9A}" type="parTrans" cxnId="{7520E075-5DC1-0141-B6B4-E326113FF497}">
      <dgm:prSet/>
      <dgm:spPr/>
      <dgm:t>
        <a:bodyPr/>
        <a:lstStyle/>
        <a:p>
          <a:endParaRPr lang="en-US"/>
        </a:p>
      </dgm:t>
    </dgm:pt>
    <dgm:pt modelId="{7053934D-7BE6-A64A-A405-BF2DE423F9F5}" type="sibTrans" cxnId="{7520E075-5DC1-0141-B6B4-E326113FF497}">
      <dgm:prSet/>
      <dgm:spPr/>
      <dgm:t>
        <a:bodyPr/>
        <a:lstStyle/>
        <a:p>
          <a:endParaRPr lang="en-US"/>
        </a:p>
      </dgm:t>
    </dgm:pt>
    <dgm:pt modelId="{7BBC523F-D0C9-3147-A175-F0C662E3FAED}">
      <dgm:prSet phldrT="[Text]"/>
      <dgm:spPr/>
      <dgm:t>
        <a:bodyPr/>
        <a:lstStyle/>
        <a:p>
          <a:r>
            <a:rPr lang="en-US" dirty="0" err="1"/>
            <a:t>Bugcrowd.com</a:t>
          </a:r>
          <a:endParaRPr lang="en-US" dirty="0"/>
        </a:p>
      </dgm:t>
    </dgm:pt>
    <dgm:pt modelId="{F783424E-8196-4245-B180-057D701CD69E}" type="parTrans" cxnId="{BEA42CE0-0B7F-684C-9474-E6D1BF76F37C}">
      <dgm:prSet/>
      <dgm:spPr/>
      <dgm:t>
        <a:bodyPr/>
        <a:lstStyle/>
        <a:p>
          <a:endParaRPr lang="en-US"/>
        </a:p>
      </dgm:t>
    </dgm:pt>
    <dgm:pt modelId="{1046A524-2536-1C4B-BFF6-1FD5906F174D}" type="sibTrans" cxnId="{BEA42CE0-0B7F-684C-9474-E6D1BF76F37C}">
      <dgm:prSet/>
      <dgm:spPr/>
      <dgm:t>
        <a:bodyPr/>
        <a:lstStyle/>
        <a:p>
          <a:endParaRPr lang="en-US"/>
        </a:p>
      </dgm:t>
    </dgm:pt>
    <dgm:pt modelId="{568E14E9-DC35-8D4E-830D-54EB213B087A}">
      <dgm:prSet/>
      <dgm:spPr/>
      <dgm:t>
        <a:bodyPr/>
        <a:lstStyle/>
        <a:p>
          <a:r>
            <a:rPr lang="en-US" dirty="0" err="1"/>
            <a:t>Lionbridge.com</a:t>
          </a:r>
          <a:endParaRPr lang="en-US" dirty="0"/>
        </a:p>
      </dgm:t>
    </dgm:pt>
    <dgm:pt modelId="{99931118-A3E2-E84F-A308-50C0EAC031BA}" type="parTrans" cxnId="{718C8CA0-AB94-AE4C-9D8B-2731792A6040}">
      <dgm:prSet/>
      <dgm:spPr/>
      <dgm:t>
        <a:bodyPr/>
        <a:lstStyle/>
        <a:p>
          <a:endParaRPr lang="en-US"/>
        </a:p>
      </dgm:t>
    </dgm:pt>
    <dgm:pt modelId="{323FF313-BF0C-3242-A785-DDDF7E7EB5A5}" type="sibTrans" cxnId="{718C8CA0-AB94-AE4C-9D8B-2731792A6040}">
      <dgm:prSet/>
      <dgm:spPr/>
      <dgm:t>
        <a:bodyPr/>
        <a:lstStyle/>
        <a:p>
          <a:endParaRPr lang="en-US"/>
        </a:p>
      </dgm:t>
    </dgm:pt>
    <dgm:pt modelId="{5CAEF2F3-5AF2-2E4B-BF48-A5015ED48DBD}">
      <dgm:prSet/>
      <dgm:spPr/>
      <dgm:t>
        <a:bodyPr/>
        <a:lstStyle/>
        <a:p>
          <a:r>
            <a:rPr lang="en-US" dirty="0" err="1"/>
            <a:t>Rainforestqa.com</a:t>
          </a:r>
          <a:endParaRPr lang="en-US" dirty="0"/>
        </a:p>
      </dgm:t>
    </dgm:pt>
    <dgm:pt modelId="{F8F16D12-9887-7E41-AD28-3BBA679AC75B}" type="parTrans" cxnId="{E9764366-9B58-CA4D-BB72-2F4F5643FD1B}">
      <dgm:prSet/>
      <dgm:spPr/>
      <dgm:t>
        <a:bodyPr/>
        <a:lstStyle/>
        <a:p>
          <a:endParaRPr lang="en-US"/>
        </a:p>
      </dgm:t>
    </dgm:pt>
    <dgm:pt modelId="{9DE1C65A-5650-2C4B-8582-061D31E10DF5}" type="sibTrans" cxnId="{E9764366-9B58-CA4D-BB72-2F4F5643FD1B}">
      <dgm:prSet/>
      <dgm:spPr/>
      <dgm:t>
        <a:bodyPr/>
        <a:lstStyle/>
        <a:p>
          <a:endParaRPr lang="en-US"/>
        </a:p>
      </dgm:t>
    </dgm:pt>
    <dgm:pt modelId="{29A0CAD5-1B8D-7D4A-A2BE-EEDD705637C3}">
      <dgm:prSet/>
      <dgm:spPr/>
      <dgm:t>
        <a:bodyPr/>
        <a:lstStyle/>
        <a:p>
          <a:r>
            <a:rPr lang="en-US" dirty="0" err="1"/>
            <a:t>Passbrains.com</a:t>
          </a:r>
          <a:endParaRPr lang="en-US" dirty="0"/>
        </a:p>
      </dgm:t>
    </dgm:pt>
    <dgm:pt modelId="{58B53D0F-90B6-E740-ACA0-7BFE95192B46}" type="parTrans" cxnId="{99410208-C1D4-CB48-9859-7D010577E3E5}">
      <dgm:prSet/>
      <dgm:spPr/>
      <dgm:t>
        <a:bodyPr/>
        <a:lstStyle/>
        <a:p>
          <a:endParaRPr lang="en-US"/>
        </a:p>
      </dgm:t>
    </dgm:pt>
    <dgm:pt modelId="{6AF18B3C-5774-864E-A6E1-CE32BD72D2BA}" type="sibTrans" cxnId="{99410208-C1D4-CB48-9859-7D010577E3E5}">
      <dgm:prSet/>
      <dgm:spPr/>
      <dgm:t>
        <a:bodyPr/>
        <a:lstStyle/>
        <a:p>
          <a:endParaRPr lang="en-US"/>
        </a:p>
      </dgm:t>
    </dgm:pt>
    <dgm:pt modelId="{FB5670ED-D010-FE42-8415-6A6FAD5DD857}">
      <dgm:prSet phldrT="[Text]"/>
      <dgm:spPr/>
      <dgm:t>
        <a:bodyPr/>
        <a:lstStyle/>
        <a:p>
          <a:r>
            <a:rPr lang="en-US" dirty="0" err="1"/>
            <a:t>Crowdsourcetesting.com</a:t>
          </a:r>
          <a:endParaRPr lang="en-US" dirty="0"/>
        </a:p>
      </dgm:t>
    </dgm:pt>
    <dgm:pt modelId="{C2E91B72-A130-1645-9971-9E97CC97A76A}" type="sibTrans" cxnId="{CD3361E3-BCF1-C649-8B34-F2CF30D888FE}">
      <dgm:prSet/>
      <dgm:spPr/>
      <dgm:t>
        <a:bodyPr/>
        <a:lstStyle/>
        <a:p>
          <a:endParaRPr lang="en-US"/>
        </a:p>
      </dgm:t>
    </dgm:pt>
    <dgm:pt modelId="{9F8BCD70-2079-AA4E-8681-DD6645D7D092}" type="parTrans" cxnId="{CD3361E3-BCF1-C649-8B34-F2CF30D888FE}">
      <dgm:prSet/>
      <dgm:spPr/>
      <dgm:t>
        <a:bodyPr/>
        <a:lstStyle/>
        <a:p>
          <a:endParaRPr lang="en-US"/>
        </a:p>
      </dgm:t>
    </dgm:pt>
    <dgm:pt modelId="{FA54A467-C9B6-EF4A-92A5-A7897F80362C}" type="pres">
      <dgm:prSet presAssocID="{A31510BA-7CA4-DF4A-B26E-45CC9B838CAF}" presName="linearFlow" presStyleCnt="0">
        <dgm:presLayoutVars>
          <dgm:dir/>
          <dgm:resizeHandles val="exact"/>
        </dgm:presLayoutVars>
      </dgm:prSet>
      <dgm:spPr/>
    </dgm:pt>
    <dgm:pt modelId="{C0B61B8C-0A57-5748-AD61-9919354BE6A1}" type="pres">
      <dgm:prSet presAssocID="{BDB727D3-0ECD-1549-9D51-BCDB2E93E8B8}" presName="composite" presStyleCnt="0"/>
      <dgm:spPr/>
    </dgm:pt>
    <dgm:pt modelId="{F6BA0FD0-81E8-1247-82E3-C799B5F6FD41}" type="pres">
      <dgm:prSet presAssocID="{BDB727D3-0ECD-1549-9D51-BCDB2E93E8B8}" presName="imgShp" presStyleLbl="fgImgPlac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4000" r="-24000"/>
          </a:stretch>
        </a:blipFill>
      </dgm:spPr>
    </dgm:pt>
    <dgm:pt modelId="{2820FE0A-309D-5246-9432-7704793A9D83}" type="pres">
      <dgm:prSet presAssocID="{BDB727D3-0ECD-1549-9D51-BCDB2E93E8B8}" presName="txShp" presStyleLbl="node1" presStyleIdx="0" presStyleCnt="6">
        <dgm:presLayoutVars>
          <dgm:bulletEnabled val="1"/>
        </dgm:presLayoutVars>
      </dgm:prSet>
      <dgm:spPr/>
    </dgm:pt>
    <dgm:pt modelId="{581D087A-3406-8847-BCFC-DE1194DF29B7}" type="pres">
      <dgm:prSet presAssocID="{7053934D-7BE6-A64A-A405-BF2DE423F9F5}" presName="spacing" presStyleCnt="0"/>
      <dgm:spPr/>
    </dgm:pt>
    <dgm:pt modelId="{78F50F24-BC9C-5B42-98FF-779798608241}" type="pres">
      <dgm:prSet presAssocID="{568E14E9-DC35-8D4E-830D-54EB213B087A}" presName="composite" presStyleCnt="0"/>
      <dgm:spPr/>
    </dgm:pt>
    <dgm:pt modelId="{919278DB-761E-8C48-A777-25D10FEABFD6}" type="pres">
      <dgm:prSet presAssocID="{568E14E9-DC35-8D4E-830D-54EB213B087A}" presName="imgShp" presStyleLbl="fgImgPlace1" presStyleIdx="1" presStyleCnt="6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41F606BE-0FBF-A643-AF9D-67E830370075}" type="pres">
      <dgm:prSet presAssocID="{568E14E9-DC35-8D4E-830D-54EB213B087A}" presName="txShp" presStyleLbl="node1" presStyleIdx="1" presStyleCnt="6">
        <dgm:presLayoutVars>
          <dgm:bulletEnabled val="1"/>
        </dgm:presLayoutVars>
      </dgm:prSet>
      <dgm:spPr/>
    </dgm:pt>
    <dgm:pt modelId="{257B8FF0-C1EF-DE42-9B72-3750979C8458}" type="pres">
      <dgm:prSet presAssocID="{323FF313-BF0C-3242-A785-DDDF7E7EB5A5}" presName="spacing" presStyleCnt="0"/>
      <dgm:spPr/>
    </dgm:pt>
    <dgm:pt modelId="{AE5EBD15-280D-1E43-B6DF-AD4E307284BE}" type="pres">
      <dgm:prSet presAssocID="{5CAEF2F3-5AF2-2E4B-BF48-A5015ED48DBD}" presName="composite" presStyleCnt="0"/>
      <dgm:spPr/>
    </dgm:pt>
    <dgm:pt modelId="{CA611FD5-9320-5641-AEF8-1DB06814CD96}" type="pres">
      <dgm:prSet presAssocID="{5CAEF2F3-5AF2-2E4B-BF48-A5015ED48DBD}" presName="imgShp" presStyleLbl="fgImgPlace1" presStyleIdx="2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70EFB2BA-162D-8E4F-99A8-B9DB7755FACD}" type="pres">
      <dgm:prSet presAssocID="{5CAEF2F3-5AF2-2E4B-BF48-A5015ED48DBD}" presName="txShp" presStyleLbl="node1" presStyleIdx="2" presStyleCnt="6">
        <dgm:presLayoutVars>
          <dgm:bulletEnabled val="1"/>
        </dgm:presLayoutVars>
      </dgm:prSet>
      <dgm:spPr/>
    </dgm:pt>
    <dgm:pt modelId="{AC6DB5A3-3CC5-8444-82F3-48A458A0DA3F}" type="pres">
      <dgm:prSet presAssocID="{9DE1C65A-5650-2C4B-8582-061D31E10DF5}" presName="spacing" presStyleCnt="0"/>
      <dgm:spPr/>
    </dgm:pt>
    <dgm:pt modelId="{D66B7E0E-DD6C-CB4D-B03E-7D66059C0AE7}" type="pres">
      <dgm:prSet presAssocID="{29A0CAD5-1B8D-7D4A-A2BE-EEDD705637C3}" presName="composite" presStyleCnt="0"/>
      <dgm:spPr/>
    </dgm:pt>
    <dgm:pt modelId="{F27D4925-A2EE-7449-96D0-1478A48D9A60}" type="pres">
      <dgm:prSet presAssocID="{29A0CAD5-1B8D-7D4A-A2BE-EEDD705637C3}" presName="imgShp" presStyleLbl="fgImgPlace1" presStyleIdx="3" presStyleCnt="6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0" r="-20000"/>
          </a:stretch>
        </a:blipFill>
      </dgm:spPr>
    </dgm:pt>
    <dgm:pt modelId="{E11456BD-4061-164A-A3DC-C878F3B6E95B}" type="pres">
      <dgm:prSet presAssocID="{29A0CAD5-1B8D-7D4A-A2BE-EEDD705637C3}" presName="txShp" presStyleLbl="node1" presStyleIdx="3" presStyleCnt="6">
        <dgm:presLayoutVars>
          <dgm:bulletEnabled val="1"/>
        </dgm:presLayoutVars>
      </dgm:prSet>
      <dgm:spPr/>
    </dgm:pt>
    <dgm:pt modelId="{71480985-501B-6244-8684-2B0815B27747}" type="pres">
      <dgm:prSet presAssocID="{6AF18B3C-5774-864E-A6E1-CE32BD72D2BA}" presName="spacing" presStyleCnt="0"/>
      <dgm:spPr/>
    </dgm:pt>
    <dgm:pt modelId="{25180CB2-A1F5-454B-B669-DA421E595D1D}" type="pres">
      <dgm:prSet presAssocID="{FB5670ED-D010-FE42-8415-6A6FAD5DD857}" presName="composite" presStyleCnt="0"/>
      <dgm:spPr/>
    </dgm:pt>
    <dgm:pt modelId="{16B5B71E-0906-F64A-A123-1C634BDDCED7}" type="pres">
      <dgm:prSet presAssocID="{FB5670ED-D010-FE42-8415-6A6FAD5DD857}" presName="imgShp" presStyleLbl="fgImgPlace1" presStyleIdx="4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5D6F9857-AC17-7644-9529-6356FE727FF7}" type="pres">
      <dgm:prSet presAssocID="{FB5670ED-D010-FE42-8415-6A6FAD5DD857}" presName="txShp" presStyleLbl="node1" presStyleIdx="4" presStyleCnt="6">
        <dgm:presLayoutVars>
          <dgm:bulletEnabled val="1"/>
        </dgm:presLayoutVars>
      </dgm:prSet>
      <dgm:spPr/>
    </dgm:pt>
    <dgm:pt modelId="{211E2240-04B2-4A40-ADA8-A3A9E5775C56}" type="pres">
      <dgm:prSet presAssocID="{C2E91B72-A130-1645-9971-9E97CC97A76A}" presName="spacing" presStyleCnt="0"/>
      <dgm:spPr/>
    </dgm:pt>
    <dgm:pt modelId="{DFFE06FB-903A-A448-8CC6-4691765595A7}" type="pres">
      <dgm:prSet presAssocID="{7BBC523F-D0C9-3147-A175-F0C662E3FAED}" presName="composite" presStyleCnt="0"/>
      <dgm:spPr/>
    </dgm:pt>
    <dgm:pt modelId="{AA7AF8BE-04C6-CA4B-8302-25DC54374145}" type="pres">
      <dgm:prSet presAssocID="{7BBC523F-D0C9-3147-A175-F0C662E3FAED}" presName="imgShp" presStyleLbl="fgImgPlace1" presStyleIdx="5" presStyleCnt="6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9000" r="-29000"/>
          </a:stretch>
        </a:blipFill>
      </dgm:spPr>
    </dgm:pt>
    <dgm:pt modelId="{61DF3D97-3245-224E-831A-321CBE7F421B}" type="pres">
      <dgm:prSet presAssocID="{7BBC523F-D0C9-3147-A175-F0C662E3FAED}" presName="txShp" presStyleLbl="node1" presStyleIdx="5" presStyleCnt="6">
        <dgm:presLayoutVars>
          <dgm:bulletEnabled val="1"/>
        </dgm:presLayoutVars>
      </dgm:prSet>
      <dgm:spPr/>
    </dgm:pt>
  </dgm:ptLst>
  <dgm:cxnLst>
    <dgm:cxn modelId="{E5F0B100-568B-4848-A266-F8D8D71183D6}" type="presOf" srcId="{5CAEF2F3-5AF2-2E4B-BF48-A5015ED48DBD}" destId="{70EFB2BA-162D-8E4F-99A8-B9DB7755FACD}" srcOrd="0" destOrd="0" presId="urn:microsoft.com/office/officeart/2005/8/layout/vList3"/>
    <dgm:cxn modelId="{99410208-C1D4-CB48-9859-7D010577E3E5}" srcId="{A31510BA-7CA4-DF4A-B26E-45CC9B838CAF}" destId="{29A0CAD5-1B8D-7D4A-A2BE-EEDD705637C3}" srcOrd="3" destOrd="0" parTransId="{58B53D0F-90B6-E740-ACA0-7BFE95192B46}" sibTransId="{6AF18B3C-5774-864E-A6E1-CE32BD72D2BA}"/>
    <dgm:cxn modelId="{EBD73C13-7B32-4140-8B2D-D1289E5A4E69}" type="presOf" srcId="{568E14E9-DC35-8D4E-830D-54EB213B087A}" destId="{41F606BE-0FBF-A643-AF9D-67E830370075}" srcOrd="0" destOrd="0" presId="urn:microsoft.com/office/officeart/2005/8/layout/vList3"/>
    <dgm:cxn modelId="{0350A642-0DDB-C645-9575-F30E00A73C93}" type="presOf" srcId="{29A0CAD5-1B8D-7D4A-A2BE-EEDD705637C3}" destId="{E11456BD-4061-164A-A3DC-C878F3B6E95B}" srcOrd="0" destOrd="0" presId="urn:microsoft.com/office/officeart/2005/8/layout/vList3"/>
    <dgm:cxn modelId="{AE97B94A-AAA2-194B-9DFC-EF21935F7BAA}" type="presOf" srcId="{7BBC523F-D0C9-3147-A175-F0C662E3FAED}" destId="{61DF3D97-3245-224E-831A-321CBE7F421B}" srcOrd="0" destOrd="0" presId="urn:microsoft.com/office/officeart/2005/8/layout/vList3"/>
    <dgm:cxn modelId="{47309258-1816-1D4C-A724-CF31B201B0DD}" type="presOf" srcId="{FB5670ED-D010-FE42-8415-6A6FAD5DD857}" destId="{5D6F9857-AC17-7644-9529-6356FE727FF7}" srcOrd="0" destOrd="0" presId="urn:microsoft.com/office/officeart/2005/8/layout/vList3"/>
    <dgm:cxn modelId="{E9764366-9B58-CA4D-BB72-2F4F5643FD1B}" srcId="{A31510BA-7CA4-DF4A-B26E-45CC9B838CAF}" destId="{5CAEF2F3-5AF2-2E4B-BF48-A5015ED48DBD}" srcOrd="2" destOrd="0" parTransId="{F8F16D12-9887-7E41-AD28-3BBA679AC75B}" sibTransId="{9DE1C65A-5650-2C4B-8582-061D31E10DF5}"/>
    <dgm:cxn modelId="{7520E075-5DC1-0141-B6B4-E326113FF497}" srcId="{A31510BA-7CA4-DF4A-B26E-45CC9B838CAF}" destId="{BDB727D3-0ECD-1549-9D51-BCDB2E93E8B8}" srcOrd="0" destOrd="0" parTransId="{5A472B82-04BD-7C4C-B5A9-03664BEBFB9A}" sibTransId="{7053934D-7BE6-A64A-A405-BF2DE423F9F5}"/>
    <dgm:cxn modelId="{C34D82A0-07DE-9A46-B38F-5EA90235A377}" type="presOf" srcId="{BDB727D3-0ECD-1549-9D51-BCDB2E93E8B8}" destId="{2820FE0A-309D-5246-9432-7704793A9D83}" srcOrd="0" destOrd="0" presId="urn:microsoft.com/office/officeart/2005/8/layout/vList3"/>
    <dgm:cxn modelId="{718C8CA0-AB94-AE4C-9D8B-2731792A6040}" srcId="{A31510BA-7CA4-DF4A-B26E-45CC9B838CAF}" destId="{568E14E9-DC35-8D4E-830D-54EB213B087A}" srcOrd="1" destOrd="0" parTransId="{99931118-A3E2-E84F-A308-50C0EAC031BA}" sibTransId="{323FF313-BF0C-3242-A785-DDDF7E7EB5A5}"/>
    <dgm:cxn modelId="{65517CC6-82D4-3643-9D88-F397F1E273E9}" type="presOf" srcId="{A31510BA-7CA4-DF4A-B26E-45CC9B838CAF}" destId="{FA54A467-C9B6-EF4A-92A5-A7897F80362C}" srcOrd="0" destOrd="0" presId="urn:microsoft.com/office/officeart/2005/8/layout/vList3"/>
    <dgm:cxn modelId="{BEA42CE0-0B7F-684C-9474-E6D1BF76F37C}" srcId="{A31510BA-7CA4-DF4A-B26E-45CC9B838CAF}" destId="{7BBC523F-D0C9-3147-A175-F0C662E3FAED}" srcOrd="5" destOrd="0" parTransId="{F783424E-8196-4245-B180-057D701CD69E}" sibTransId="{1046A524-2536-1C4B-BFF6-1FD5906F174D}"/>
    <dgm:cxn modelId="{CD3361E3-BCF1-C649-8B34-F2CF30D888FE}" srcId="{A31510BA-7CA4-DF4A-B26E-45CC9B838CAF}" destId="{FB5670ED-D010-FE42-8415-6A6FAD5DD857}" srcOrd="4" destOrd="0" parTransId="{9F8BCD70-2079-AA4E-8681-DD6645D7D092}" sibTransId="{C2E91B72-A130-1645-9971-9E97CC97A76A}"/>
    <dgm:cxn modelId="{D4B399DC-B088-6142-A602-F6267DB34C51}" type="presParOf" srcId="{FA54A467-C9B6-EF4A-92A5-A7897F80362C}" destId="{C0B61B8C-0A57-5748-AD61-9919354BE6A1}" srcOrd="0" destOrd="0" presId="urn:microsoft.com/office/officeart/2005/8/layout/vList3"/>
    <dgm:cxn modelId="{799E0CBD-893A-3F44-AEFA-DB53F2D7E8C7}" type="presParOf" srcId="{C0B61B8C-0A57-5748-AD61-9919354BE6A1}" destId="{F6BA0FD0-81E8-1247-82E3-C799B5F6FD41}" srcOrd="0" destOrd="0" presId="urn:microsoft.com/office/officeart/2005/8/layout/vList3"/>
    <dgm:cxn modelId="{165D273B-E36C-934E-9E2E-1A4AAF2ACBCF}" type="presParOf" srcId="{C0B61B8C-0A57-5748-AD61-9919354BE6A1}" destId="{2820FE0A-309D-5246-9432-7704793A9D83}" srcOrd="1" destOrd="0" presId="urn:microsoft.com/office/officeart/2005/8/layout/vList3"/>
    <dgm:cxn modelId="{3FE22AD3-3523-304D-863B-1447EDB056BA}" type="presParOf" srcId="{FA54A467-C9B6-EF4A-92A5-A7897F80362C}" destId="{581D087A-3406-8847-BCFC-DE1194DF29B7}" srcOrd="1" destOrd="0" presId="urn:microsoft.com/office/officeart/2005/8/layout/vList3"/>
    <dgm:cxn modelId="{A66DDBF5-A4C8-5547-9388-368FF8B8C265}" type="presParOf" srcId="{FA54A467-C9B6-EF4A-92A5-A7897F80362C}" destId="{78F50F24-BC9C-5B42-98FF-779798608241}" srcOrd="2" destOrd="0" presId="urn:microsoft.com/office/officeart/2005/8/layout/vList3"/>
    <dgm:cxn modelId="{605F6691-E728-964A-9981-CE7EC4E67F35}" type="presParOf" srcId="{78F50F24-BC9C-5B42-98FF-779798608241}" destId="{919278DB-761E-8C48-A777-25D10FEABFD6}" srcOrd="0" destOrd="0" presId="urn:microsoft.com/office/officeart/2005/8/layout/vList3"/>
    <dgm:cxn modelId="{78E9B2C5-C279-4044-84E2-85E07D524951}" type="presParOf" srcId="{78F50F24-BC9C-5B42-98FF-779798608241}" destId="{41F606BE-0FBF-A643-AF9D-67E830370075}" srcOrd="1" destOrd="0" presId="urn:microsoft.com/office/officeart/2005/8/layout/vList3"/>
    <dgm:cxn modelId="{0DC5C20E-4DD9-4D42-B666-62ADBBA7E96F}" type="presParOf" srcId="{FA54A467-C9B6-EF4A-92A5-A7897F80362C}" destId="{257B8FF0-C1EF-DE42-9B72-3750979C8458}" srcOrd="3" destOrd="0" presId="urn:microsoft.com/office/officeart/2005/8/layout/vList3"/>
    <dgm:cxn modelId="{D53B0E8A-6FA4-4643-A1BA-A7F22920CC85}" type="presParOf" srcId="{FA54A467-C9B6-EF4A-92A5-A7897F80362C}" destId="{AE5EBD15-280D-1E43-B6DF-AD4E307284BE}" srcOrd="4" destOrd="0" presId="urn:microsoft.com/office/officeart/2005/8/layout/vList3"/>
    <dgm:cxn modelId="{8581BFD3-6278-404B-90B2-BCD14CB49419}" type="presParOf" srcId="{AE5EBD15-280D-1E43-B6DF-AD4E307284BE}" destId="{CA611FD5-9320-5641-AEF8-1DB06814CD96}" srcOrd="0" destOrd="0" presId="urn:microsoft.com/office/officeart/2005/8/layout/vList3"/>
    <dgm:cxn modelId="{7633ED27-1260-4149-8ACD-FC20D8C0909F}" type="presParOf" srcId="{AE5EBD15-280D-1E43-B6DF-AD4E307284BE}" destId="{70EFB2BA-162D-8E4F-99A8-B9DB7755FACD}" srcOrd="1" destOrd="0" presId="urn:microsoft.com/office/officeart/2005/8/layout/vList3"/>
    <dgm:cxn modelId="{32CA941C-A5AA-1B4E-AC97-1CC87E5DFDFC}" type="presParOf" srcId="{FA54A467-C9B6-EF4A-92A5-A7897F80362C}" destId="{AC6DB5A3-3CC5-8444-82F3-48A458A0DA3F}" srcOrd="5" destOrd="0" presId="urn:microsoft.com/office/officeart/2005/8/layout/vList3"/>
    <dgm:cxn modelId="{A443411A-7C49-0544-AB7F-16AC29A24106}" type="presParOf" srcId="{FA54A467-C9B6-EF4A-92A5-A7897F80362C}" destId="{D66B7E0E-DD6C-CB4D-B03E-7D66059C0AE7}" srcOrd="6" destOrd="0" presId="urn:microsoft.com/office/officeart/2005/8/layout/vList3"/>
    <dgm:cxn modelId="{C870F8AC-8BA0-584C-81AB-538827A4ECDA}" type="presParOf" srcId="{D66B7E0E-DD6C-CB4D-B03E-7D66059C0AE7}" destId="{F27D4925-A2EE-7449-96D0-1478A48D9A60}" srcOrd="0" destOrd="0" presId="urn:microsoft.com/office/officeart/2005/8/layout/vList3"/>
    <dgm:cxn modelId="{B8A49FB2-EFC2-944C-B34F-2C98A694FB4C}" type="presParOf" srcId="{D66B7E0E-DD6C-CB4D-B03E-7D66059C0AE7}" destId="{E11456BD-4061-164A-A3DC-C878F3B6E95B}" srcOrd="1" destOrd="0" presId="urn:microsoft.com/office/officeart/2005/8/layout/vList3"/>
    <dgm:cxn modelId="{9DD4DF11-0B75-2041-BDD7-1B55AF150424}" type="presParOf" srcId="{FA54A467-C9B6-EF4A-92A5-A7897F80362C}" destId="{71480985-501B-6244-8684-2B0815B27747}" srcOrd="7" destOrd="0" presId="urn:microsoft.com/office/officeart/2005/8/layout/vList3"/>
    <dgm:cxn modelId="{38207B81-AE1C-804E-9E34-A257AA62862A}" type="presParOf" srcId="{FA54A467-C9B6-EF4A-92A5-A7897F80362C}" destId="{25180CB2-A1F5-454B-B669-DA421E595D1D}" srcOrd="8" destOrd="0" presId="urn:microsoft.com/office/officeart/2005/8/layout/vList3"/>
    <dgm:cxn modelId="{5221CD82-89FB-9746-8CB1-57A8CB5C17B4}" type="presParOf" srcId="{25180CB2-A1F5-454B-B669-DA421E595D1D}" destId="{16B5B71E-0906-F64A-A123-1C634BDDCED7}" srcOrd="0" destOrd="0" presId="urn:microsoft.com/office/officeart/2005/8/layout/vList3"/>
    <dgm:cxn modelId="{131B0F11-000E-6348-8733-60A59BB61FE9}" type="presParOf" srcId="{25180CB2-A1F5-454B-B669-DA421E595D1D}" destId="{5D6F9857-AC17-7644-9529-6356FE727FF7}" srcOrd="1" destOrd="0" presId="urn:microsoft.com/office/officeart/2005/8/layout/vList3"/>
    <dgm:cxn modelId="{B03E4960-C5AA-3B40-A5AD-1A3B046AA345}" type="presParOf" srcId="{FA54A467-C9B6-EF4A-92A5-A7897F80362C}" destId="{211E2240-04B2-4A40-ADA8-A3A9E5775C56}" srcOrd="9" destOrd="0" presId="urn:microsoft.com/office/officeart/2005/8/layout/vList3"/>
    <dgm:cxn modelId="{80202556-3C87-0943-AAA2-FDC8B003244D}" type="presParOf" srcId="{FA54A467-C9B6-EF4A-92A5-A7897F80362C}" destId="{DFFE06FB-903A-A448-8CC6-4691765595A7}" srcOrd="10" destOrd="0" presId="urn:microsoft.com/office/officeart/2005/8/layout/vList3"/>
    <dgm:cxn modelId="{727449A4-1B96-9541-90DA-B76FDD5FC558}" type="presParOf" srcId="{DFFE06FB-903A-A448-8CC6-4691765595A7}" destId="{AA7AF8BE-04C6-CA4B-8302-25DC54374145}" srcOrd="0" destOrd="0" presId="urn:microsoft.com/office/officeart/2005/8/layout/vList3"/>
    <dgm:cxn modelId="{33134732-58F4-D84B-BF30-348C85B4C0DB}" type="presParOf" srcId="{DFFE06FB-903A-A448-8CC6-4691765595A7}" destId="{61DF3D97-3245-224E-831A-321CBE7F421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31510BA-7CA4-DF4A-B26E-45CC9B838CAF}" type="doc">
      <dgm:prSet loTypeId="urn:microsoft.com/office/officeart/2005/8/layout/vList3" loCatId="" qsTypeId="urn:microsoft.com/office/officeart/2005/8/quickstyle/simple2" qsCatId="simple" csTypeId="urn:microsoft.com/office/officeart/2005/8/colors/accent1_2" csCatId="accent1" phldr="1"/>
      <dgm:spPr/>
    </dgm:pt>
    <dgm:pt modelId="{BDB727D3-0ECD-1549-9D51-BCDB2E93E8B8}">
      <dgm:prSet phldrT="[Text]"/>
      <dgm:spPr/>
      <dgm:t>
        <a:bodyPr/>
        <a:lstStyle/>
        <a:p>
          <a:r>
            <a:rPr lang="en-US" dirty="0"/>
            <a:t>99Tests.com</a:t>
          </a:r>
        </a:p>
      </dgm:t>
    </dgm:pt>
    <dgm:pt modelId="{5A472B82-04BD-7C4C-B5A9-03664BEBFB9A}" type="parTrans" cxnId="{7520E075-5DC1-0141-B6B4-E326113FF497}">
      <dgm:prSet/>
      <dgm:spPr/>
      <dgm:t>
        <a:bodyPr/>
        <a:lstStyle/>
        <a:p>
          <a:endParaRPr lang="en-US"/>
        </a:p>
      </dgm:t>
    </dgm:pt>
    <dgm:pt modelId="{7053934D-7BE6-A64A-A405-BF2DE423F9F5}" type="sibTrans" cxnId="{7520E075-5DC1-0141-B6B4-E326113FF497}">
      <dgm:prSet/>
      <dgm:spPr/>
      <dgm:t>
        <a:bodyPr/>
        <a:lstStyle/>
        <a:p>
          <a:endParaRPr lang="en-US"/>
        </a:p>
      </dgm:t>
    </dgm:pt>
    <dgm:pt modelId="{FB5670ED-D010-FE42-8415-6A6FAD5DD857}">
      <dgm:prSet phldrT="[Text]"/>
      <dgm:spPr/>
      <dgm:t>
        <a:bodyPr/>
        <a:lstStyle/>
        <a:p>
          <a:r>
            <a:rPr lang="en-US" dirty="0" err="1"/>
            <a:t>Crowdsprint.com</a:t>
          </a:r>
          <a:endParaRPr lang="en-US" dirty="0"/>
        </a:p>
      </dgm:t>
    </dgm:pt>
    <dgm:pt modelId="{9F8BCD70-2079-AA4E-8681-DD6645D7D092}" type="parTrans" cxnId="{CD3361E3-BCF1-C649-8B34-F2CF30D888FE}">
      <dgm:prSet/>
      <dgm:spPr/>
      <dgm:t>
        <a:bodyPr/>
        <a:lstStyle/>
        <a:p>
          <a:endParaRPr lang="en-US"/>
        </a:p>
      </dgm:t>
    </dgm:pt>
    <dgm:pt modelId="{C2E91B72-A130-1645-9971-9E97CC97A76A}" type="sibTrans" cxnId="{CD3361E3-BCF1-C649-8B34-F2CF30D888FE}">
      <dgm:prSet/>
      <dgm:spPr/>
      <dgm:t>
        <a:bodyPr/>
        <a:lstStyle/>
        <a:p>
          <a:endParaRPr lang="en-US"/>
        </a:p>
      </dgm:t>
    </dgm:pt>
    <dgm:pt modelId="{7BBC523F-D0C9-3147-A175-F0C662E3FAED}">
      <dgm:prSet phldrT="[Text]"/>
      <dgm:spPr/>
      <dgm:t>
        <a:bodyPr/>
        <a:lstStyle/>
        <a:p>
          <a:r>
            <a:rPr lang="en-US" dirty="0" err="1"/>
            <a:t>Crowdaronline.com</a:t>
          </a:r>
          <a:endParaRPr lang="en-US" dirty="0"/>
        </a:p>
      </dgm:t>
    </dgm:pt>
    <dgm:pt modelId="{F783424E-8196-4245-B180-057D701CD69E}" type="parTrans" cxnId="{BEA42CE0-0B7F-684C-9474-E6D1BF76F37C}">
      <dgm:prSet/>
      <dgm:spPr/>
      <dgm:t>
        <a:bodyPr/>
        <a:lstStyle/>
        <a:p>
          <a:endParaRPr lang="en-US"/>
        </a:p>
      </dgm:t>
    </dgm:pt>
    <dgm:pt modelId="{1046A524-2536-1C4B-BFF6-1FD5906F174D}" type="sibTrans" cxnId="{BEA42CE0-0B7F-684C-9474-E6D1BF76F37C}">
      <dgm:prSet/>
      <dgm:spPr/>
      <dgm:t>
        <a:bodyPr/>
        <a:lstStyle/>
        <a:p>
          <a:endParaRPr lang="en-US"/>
        </a:p>
      </dgm:t>
    </dgm:pt>
    <dgm:pt modelId="{568E14E9-DC35-8D4E-830D-54EB213B087A}">
      <dgm:prSet/>
      <dgm:spPr/>
      <dgm:t>
        <a:bodyPr/>
        <a:lstStyle/>
        <a:p>
          <a:r>
            <a:rPr lang="en-US" dirty="0" err="1"/>
            <a:t>Ubertesters.com</a:t>
          </a:r>
          <a:endParaRPr lang="en-US" dirty="0"/>
        </a:p>
      </dgm:t>
    </dgm:pt>
    <dgm:pt modelId="{99931118-A3E2-E84F-A308-50C0EAC031BA}" type="parTrans" cxnId="{718C8CA0-AB94-AE4C-9D8B-2731792A6040}">
      <dgm:prSet/>
      <dgm:spPr/>
      <dgm:t>
        <a:bodyPr/>
        <a:lstStyle/>
        <a:p>
          <a:endParaRPr lang="en-US"/>
        </a:p>
      </dgm:t>
    </dgm:pt>
    <dgm:pt modelId="{323FF313-BF0C-3242-A785-DDDF7E7EB5A5}" type="sibTrans" cxnId="{718C8CA0-AB94-AE4C-9D8B-2731792A6040}">
      <dgm:prSet/>
      <dgm:spPr/>
      <dgm:t>
        <a:bodyPr/>
        <a:lstStyle/>
        <a:p>
          <a:endParaRPr lang="en-US"/>
        </a:p>
      </dgm:t>
    </dgm:pt>
    <dgm:pt modelId="{5CAEF2F3-5AF2-2E4B-BF48-A5015ED48DBD}">
      <dgm:prSet/>
      <dgm:spPr/>
      <dgm:t>
        <a:bodyPr/>
        <a:lstStyle/>
        <a:p>
          <a:r>
            <a:rPr lang="en-US" dirty="0" err="1"/>
            <a:t>Globalapptesting.com</a:t>
          </a:r>
          <a:endParaRPr lang="en-US" dirty="0"/>
        </a:p>
      </dgm:t>
    </dgm:pt>
    <dgm:pt modelId="{F8F16D12-9887-7E41-AD28-3BBA679AC75B}" type="parTrans" cxnId="{E9764366-9B58-CA4D-BB72-2F4F5643FD1B}">
      <dgm:prSet/>
      <dgm:spPr/>
      <dgm:t>
        <a:bodyPr/>
        <a:lstStyle/>
        <a:p>
          <a:endParaRPr lang="en-US"/>
        </a:p>
      </dgm:t>
    </dgm:pt>
    <dgm:pt modelId="{9DE1C65A-5650-2C4B-8582-061D31E10DF5}" type="sibTrans" cxnId="{E9764366-9B58-CA4D-BB72-2F4F5643FD1B}">
      <dgm:prSet/>
      <dgm:spPr/>
      <dgm:t>
        <a:bodyPr/>
        <a:lstStyle/>
        <a:p>
          <a:endParaRPr lang="en-US"/>
        </a:p>
      </dgm:t>
    </dgm:pt>
    <dgm:pt modelId="{29A0CAD5-1B8D-7D4A-A2BE-EEDD705637C3}">
      <dgm:prSet/>
      <dgm:spPr/>
      <dgm:t>
        <a:bodyPr/>
        <a:lstStyle/>
        <a:p>
          <a:r>
            <a:rPr lang="en-US" dirty="0" err="1"/>
            <a:t>test.io</a:t>
          </a:r>
          <a:endParaRPr lang="en-US" dirty="0"/>
        </a:p>
      </dgm:t>
    </dgm:pt>
    <dgm:pt modelId="{58B53D0F-90B6-E740-ACA0-7BFE95192B46}" type="parTrans" cxnId="{99410208-C1D4-CB48-9859-7D010577E3E5}">
      <dgm:prSet/>
      <dgm:spPr/>
      <dgm:t>
        <a:bodyPr/>
        <a:lstStyle/>
        <a:p>
          <a:endParaRPr lang="en-US"/>
        </a:p>
      </dgm:t>
    </dgm:pt>
    <dgm:pt modelId="{6AF18B3C-5774-864E-A6E1-CE32BD72D2BA}" type="sibTrans" cxnId="{99410208-C1D4-CB48-9859-7D010577E3E5}">
      <dgm:prSet/>
      <dgm:spPr/>
      <dgm:t>
        <a:bodyPr/>
        <a:lstStyle/>
        <a:p>
          <a:endParaRPr lang="en-US"/>
        </a:p>
      </dgm:t>
    </dgm:pt>
    <dgm:pt modelId="{FA54A467-C9B6-EF4A-92A5-A7897F80362C}" type="pres">
      <dgm:prSet presAssocID="{A31510BA-7CA4-DF4A-B26E-45CC9B838CAF}" presName="linearFlow" presStyleCnt="0">
        <dgm:presLayoutVars>
          <dgm:dir/>
          <dgm:resizeHandles val="exact"/>
        </dgm:presLayoutVars>
      </dgm:prSet>
      <dgm:spPr/>
    </dgm:pt>
    <dgm:pt modelId="{C0B61B8C-0A57-5748-AD61-9919354BE6A1}" type="pres">
      <dgm:prSet presAssocID="{BDB727D3-0ECD-1549-9D51-BCDB2E93E8B8}" presName="composite" presStyleCnt="0"/>
      <dgm:spPr/>
    </dgm:pt>
    <dgm:pt modelId="{F6BA0FD0-81E8-1247-82E3-C799B5F6FD41}" type="pres">
      <dgm:prSet presAssocID="{BDB727D3-0ECD-1549-9D51-BCDB2E93E8B8}" presName="imgShp" presStyleLbl="fgImgPlace1" presStyleIdx="0" presStyleCnt="6"/>
      <dgm:spPr>
        <a:blipFill>
          <a:blip xmlns:r="http://schemas.openxmlformats.org/officeDocument/2006/relationships" r:embed="rId1"/>
          <a:srcRect/>
          <a:stretch>
            <a:fillRect l="-16000" r="-16000"/>
          </a:stretch>
        </a:blipFill>
      </dgm:spPr>
    </dgm:pt>
    <dgm:pt modelId="{2820FE0A-309D-5246-9432-7704793A9D83}" type="pres">
      <dgm:prSet presAssocID="{BDB727D3-0ECD-1549-9D51-BCDB2E93E8B8}" presName="txShp" presStyleLbl="node1" presStyleIdx="0" presStyleCnt="6">
        <dgm:presLayoutVars>
          <dgm:bulletEnabled val="1"/>
        </dgm:presLayoutVars>
      </dgm:prSet>
      <dgm:spPr/>
    </dgm:pt>
    <dgm:pt modelId="{581D087A-3406-8847-BCFC-DE1194DF29B7}" type="pres">
      <dgm:prSet presAssocID="{7053934D-7BE6-A64A-A405-BF2DE423F9F5}" presName="spacing" presStyleCnt="0"/>
      <dgm:spPr/>
    </dgm:pt>
    <dgm:pt modelId="{78F50F24-BC9C-5B42-98FF-779798608241}" type="pres">
      <dgm:prSet presAssocID="{568E14E9-DC35-8D4E-830D-54EB213B087A}" presName="composite" presStyleCnt="0"/>
      <dgm:spPr/>
    </dgm:pt>
    <dgm:pt modelId="{919278DB-761E-8C48-A777-25D10FEABFD6}" type="pres">
      <dgm:prSet presAssocID="{568E14E9-DC35-8D4E-830D-54EB213B087A}" presName="imgShp" presStyleLbl="fgImgPlace1" presStyleIdx="1" presStyleCnt="6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41F606BE-0FBF-A643-AF9D-67E830370075}" type="pres">
      <dgm:prSet presAssocID="{568E14E9-DC35-8D4E-830D-54EB213B087A}" presName="txShp" presStyleLbl="node1" presStyleIdx="1" presStyleCnt="6">
        <dgm:presLayoutVars>
          <dgm:bulletEnabled val="1"/>
        </dgm:presLayoutVars>
      </dgm:prSet>
      <dgm:spPr/>
    </dgm:pt>
    <dgm:pt modelId="{257B8FF0-C1EF-DE42-9B72-3750979C8458}" type="pres">
      <dgm:prSet presAssocID="{323FF313-BF0C-3242-A785-DDDF7E7EB5A5}" presName="spacing" presStyleCnt="0"/>
      <dgm:spPr/>
    </dgm:pt>
    <dgm:pt modelId="{AE5EBD15-280D-1E43-B6DF-AD4E307284BE}" type="pres">
      <dgm:prSet presAssocID="{5CAEF2F3-5AF2-2E4B-BF48-A5015ED48DBD}" presName="composite" presStyleCnt="0"/>
      <dgm:spPr/>
    </dgm:pt>
    <dgm:pt modelId="{CA611FD5-9320-5641-AEF8-1DB06814CD96}" type="pres">
      <dgm:prSet presAssocID="{5CAEF2F3-5AF2-2E4B-BF48-A5015ED48DBD}" presName="imgShp" presStyleLbl="fgImgPlace1" presStyleIdx="2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6000" r="-16000"/>
          </a:stretch>
        </a:blipFill>
      </dgm:spPr>
    </dgm:pt>
    <dgm:pt modelId="{70EFB2BA-162D-8E4F-99A8-B9DB7755FACD}" type="pres">
      <dgm:prSet presAssocID="{5CAEF2F3-5AF2-2E4B-BF48-A5015ED48DBD}" presName="txShp" presStyleLbl="node1" presStyleIdx="2" presStyleCnt="6">
        <dgm:presLayoutVars>
          <dgm:bulletEnabled val="1"/>
        </dgm:presLayoutVars>
      </dgm:prSet>
      <dgm:spPr/>
    </dgm:pt>
    <dgm:pt modelId="{AC6DB5A3-3CC5-8444-82F3-48A458A0DA3F}" type="pres">
      <dgm:prSet presAssocID="{9DE1C65A-5650-2C4B-8582-061D31E10DF5}" presName="spacing" presStyleCnt="0"/>
      <dgm:spPr/>
    </dgm:pt>
    <dgm:pt modelId="{D66B7E0E-DD6C-CB4D-B03E-7D66059C0AE7}" type="pres">
      <dgm:prSet presAssocID="{29A0CAD5-1B8D-7D4A-A2BE-EEDD705637C3}" presName="composite" presStyleCnt="0"/>
      <dgm:spPr/>
    </dgm:pt>
    <dgm:pt modelId="{F27D4925-A2EE-7449-96D0-1478A48D9A60}" type="pres">
      <dgm:prSet presAssocID="{29A0CAD5-1B8D-7D4A-A2BE-EEDD705637C3}" presName="imgShp" presStyleLbl="fgImgPlace1" presStyleIdx="3" presStyleCnt="6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6000" r="-56000"/>
          </a:stretch>
        </a:blipFill>
      </dgm:spPr>
    </dgm:pt>
    <dgm:pt modelId="{E11456BD-4061-164A-A3DC-C878F3B6E95B}" type="pres">
      <dgm:prSet presAssocID="{29A0CAD5-1B8D-7D4A-A2BE-EEDD705637C3}" presName="txShp" presStyleLbl="node1" presStyleIdx="3" presStyleCnt="6">
        <dgm:presLayoutVars>
          <dgm:bulletEnabled val="1"/>
        </dgm:presLayoutVars>
      </dgm:prSet>
      <dgm:spPr/>
    </dgm:pt>
    <dgm:pt modelId="{71480985-501B-6244-8684-2B0815B27747}" type="pres">
      <dgm:prSet presAssocID="{6AF18B3C-5774-864E-A6E1-CE32BD72D2BA}" presName="spacing" presStyleCnt="0"/>
      <dgm:spPr/>
    </dgm:pt>
    <dgm:pt modelId="{25180CB2-A1F5-454B-B669-DA421E595D1D}" type="pres">
      <dgm:prSet presAssocID="{FB5670ED-D010-FE42-8415-6A6FAD5DD857}" presName="composite" presStyleCnt="0"/>
      <dgm:spPr/>
    </dgm:pt>
    <dgm:pt modelId="{16B5B71E-0906-F64A-A123-1C634BDDCED7}" type="pres">
      <dgm:prSet presAssocID="{FB5670ED-D010-FE42-8415-6A6FAD5DD857}" presName="imgShp" presStyleLbl="fgImgPlace1" presStyleIdx="4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5D6F9857-AC17-7644-9529-6356FE727FF7}" type="pres">
      <dgm:prSet presAssocID="{FB5670ED-D010-FE42-8415-6A6FAD5DD857}" presName="txShp" presStyleLbl="node1" presStyleIdx="4" presStyleCnt="6">
        <dgm:presLayoutVars>
          <dgm:bulletEnabled val="1"/>
        </dgm:presLayoutVars>
      </dgm:prSet>
      <dgm:spPr/>
    </dgm:pt>
    <dgm:pt modelId="{211E2240-04B2-4A40-ADA8-A3A9E5775C56}" type="pres">
      <dgm:prSet presAssocID="{C2E91B72-A130-1645-9971-9E97CC97A76A}" presName="spacing" presStyleCnt="0"/>
      <dgm:spPr/>
    </dgm:pt>
    <dgm:pt modelId="{DFFE06FB-903A-A448-8CC6-4691765595A7}" type="pres">
      <dgm:prSet presAssocID="{7BBC523F-D0C9-3147-A175-F0C662E3FAED}" presName="composite" presStyleCnt="0"/>
      <dgm:spPr/>
    </dgm:pt>
    <dgm:pt modelId="{AA7AF8BE-04C6-CA4B-8302-25DC54374145}" type="pres">
      <dgm:prSet presAssocID="{7BBC523F-D0C9-3147-A175-F0C662E3FAED}" presName="imgShp" presStyleLbl="fgImgPlace1" presStyleIdx="5" presStyleCnt="6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98000" r="-98000"/>
          </a:stretch>
        </a:blipFill>
      </dgm:spPr>
    </dgm:pt>
    <dgm:pt modelId="{61DF3D97-3245-224E-831A-321CBE7F421B}" type="pres">
      <dgm:prSet presAssocID="{7BBC523F-D0C9-3147-A175-F0C662E3FAED}" presName="txShp" presStyleLbl="node1" presStyleIdx="5" presStyleCnt="6">
        <dgm:presLayoutVars>
          <dgm:bulletEnabled val="1"/>
        </dgm:presLayoutVars>
      </dgm:prSet>
      <dgm:spPr/>
    </dgm:pt>
  </dgm:ptLst>
  <dgm:cxnLst>
    <dgm:cxn modelId="{E5F0B100-568B-4848-A266-F8D8D71183D6}" type="presOf" srcId="{5CAEF2F3-5AF2-2E4B-BF48-A5015ED48DBD}" destId="{70EFB2BA-162D-8E4F-99A8-B9DB7755FACD}" srcOrd="0" destOrd="0" presId="urn:microsoft.com/office/officeart/2005/8/layout/vList3"/>
    <dgm:cxn modelId="{99410208-C1D4-CB48-9859-7D010577E3E5}" srcId="{A31510BA-7CA4-DF4A-B26E-45CC9B838CAF}" destId="{29A0CAD5-1B8D-7D4A-A2BE-EEDD705637C3}" srcOrd="3" destOrd="0" parTransId="{58B53D0F-90B6-E740-ACA0-7BFE95192B46}" sibTransId="{6AF18B3C-5774-864E-A6E1-CE32BD72D2BA}"/>
    <dgm:cxn modelId="{EBD73C13-7B32-4140-8B2D-D1289E5A4E69}" type="presOf" srcId="{568E14E9-DC35-8D4E-830D-54EB213B087A}" destId="{41F606BE-0FBF-A643-AF9D-67E830370075}" srcOrd="0" destOrd="0" presId="urn:microsoft.com/office/officeart/2005/8/layout/vList3"/>
    <dgm:cxn modelId="{0350A642-0DDB-C645-9575-F30E00A73C93}" type="presOf" srcId="{29A0CAD5-1B8D-7D4A-A2BE-EEDD705637C3}" destId="{E11456BD-4061-164A-A3DC-C878F3B6E95B}" srcOrd="0" destOrd="0" presId="urn:microsoft.com/office/officeart/2005/8/layout/vList3"/>
    <dgm:cxn modelId="{AE97B94A-AAA2-194B-9DFC-EF21935F7BAA}" type="presOf" srcId="{7BBC523F-D0C9-3147-A175-F0C662E3FAED}" destId="{61DF3D97-3245-224E-831A-321CBE7F421B}" srcOrd="0" destOrd="0" presId="urn:microsoft.com/office/officeart/2005/8/layout/vList3"/>
    <dgm:cxn modelId="{47309258-1816-1D4C-A724-CF31B201B0DD}" type="presOf" srcId="{FB5670ED-D010-FE42-8415-6A6FAD5DD857}" destId="{5D6F9857-AC17-7644-9529-6356FE727FF7}" srcOrd="0" destOrd="0" presId="urn:microsoft.com/office/officeart/2005/8/layout/vList3"/>
    <dgm:cxn modelId="{E9764366-9B58-CA4D-BB72-2F4F5643FD1B}" srcId="{A31510BA-7CA4-DF4A-B26E-45CC9B838CAF}" destId="{5CAEF2F3-5AF2-2E4B-BF48-A5015ED48DBD}" srcOrd="2" destOrd="0" parTransId="{F8F16D12-9887-7E41-AD28-3BBA679AC75B}" sibTransId="{9DE1C65A-5650-2C4B-8582-061D31E10DF5}"/>
    <dgm:cxn modelId="{7520E075-5DC1-0141-B6B4-E326113FF497}" srcId="{A31510BA-7CA4-DF4A-B26E-45CC9B838CAF}" destId="{BDB727D3-0ECD-1549-9D51-BCDB2E93E8B8}" srcOrd="0" destOrd="0" parTransId="{5A472B82-04BD-7C4C-B5A9-03664BEBFB9A}" sibTransId="{7053934D-7BE6-A64A-A405-BF2DE423F9F5}"/>
    <dgm:cxn modelId="{C34D82A0-07DE-9A46-B38F-5EA90235A377}" type="presOf" srcId="{BDB727D3-0ECD-1549-9D51-BCDB2E93E8B8}" destId="{2820FE0A-309D-5246-9432-7704793A9D83}" srcOrd="0" destOrd="0" presId="urn:microsoft.com/office/officeart/2005/8/layout/vList3"/>
    <dgm:cxn modelId="{718C8CA0-AB94-AE4C-9D8B-2731792A6040}" srcId="{A31510BA-7CA4-DF4A-B26E-45CC9B838CAF}" destId="{568E14E9-DC35-8D4E-830D-54EB213B087A}" srcOrd="1" destOrd="0" parTransId="{99931118-A3E2-E84F-A308-50C0EAC031BA}" sibTransId="{323FF313-BF0C-3242-A785-DDDF7E7EB5A5}"/>
    <dgm:cxn modelId="{65517CC6-82D4-3643-9D88-F397F1E273E9}" type="presOf" srcId="{A31510BA-7CA4-DF4A-B26E-45CC9B838CAF}" destId="{FA54A467-C9B6-EF4A-92A5-A7897F80362C}" srcOrd="0" destOrd="0" presId="urn:microsoft.com/office/officeart/2005/8/layout/vList3"/>
    <dgm:cxn modelId="{BEA42CE0-0B7F-684C-9474-E6D1BF76F37C}" srcId="{A31510BA-7CA4-DF4A-B26E-45CC9B838CAF}" destId="{7BBC523F-D0C9-3147-A175-F0C662E3FAED}" srcOrd="5" destOrd="0" parTransId="{F783424E-8196-4245-B180-057D701CD69E}" sibTransId="{1046A524-2536-1C4B-BFF6-1FD5906F174D}"/>
    <dgm:cxn modelId="{CD3361E3-BCF1-C649-8B34-F2CF30D888FE}" srcId="{A31510BA-7CA4-DF4A-B26E-45CC9B838CAF}" destId="{FB5670ED-D010-FE42-8415-6A6FAD5DD857}" srcOrd="4" destOrd="0" parTransId="{9F8BCD70-2079-AA4E-8681-DD6645D7D092}" sibTransId="{C2E91B72-A130-1645-9971-9E97CC97A76A}"/>
    <dgm:cxn modelId="{D4B399DC-B088-6142-A602-F6267DB34C51}" type="presParOf" srcId="{FA54A467-C9B6-EF4A-92A5-A7897F80362C}" destId="{C0B61B8C-0A57-5748-AD61-9919354BE6A1}" srcOrd="0" destOrd="0" presId="urn:microsoft.com/office/officeart/2005/8/layout/vList3"/>
    <dgm:cxn modelId="{799E0CBD-893A-3F44-AEFA-DB53F2D7E8C7}" type="presParOf" srcId="{C0B61B8C-0A57-5748-AD61-9919354BE6A1}" destId="{F6BA0FD0-81E8-1247-82E3-C799B5F6FD41}" srcOrd="0" destOrd="0" presId="urn:microsoft.com/office/officeart/2005/8/layout/vList3"/>
    <dgm:cxn modelId="{165D273B-E36C-934E-9E2E-1A4AAF2ACBCF}" type="presParOf" srcId="{C0B61B8C-0A57-5748-AD61-9919354BE6A1}" destId="{2820FE0A-309D-5246-9432-7704793A9D83}" srcOrd="1" destOrd="0" presId="urn:microsoft.com/office/officeart/2005/8/layout/vList3"/>
    <dgm:cxn modelId="{3FE22AD3-3523-304D-863B-1447EDB056BA}" type="presParOf" srcId="{FA54A467-C9B6-EF4A-92A5-A7897F80362C}" destId="{581D087A-3406-8847-BCFC-DE1194DF29B7}" srcOrd="1" destOrd="0" presId="urn:microsoft.com/office/officeart/2005/8/layout/vList3"/>
    <dgm:cxn modelId="{A66DDBF5-A4C8-5547-9388-368FF8B8C265}" type="presParOf" srcId="{FA54A467-C9B6-EF4A-92A5-A7897F80362C}" destId="{78F50F24-BC9C-5B42-98FF-779798608241}" srcOrd="2" destOrd="0" presId="urn:microsoft.com/office/officeart/2005/8/layout/vList3"/>
    <dgm:cxn modelId="{605F6691-E728-964A-9981-CE7EC4E67F35}" type="presParOf" srcId="{78F50F24-BC9C-5B42-98FF-779798608241}" destId="{919278DB-761E-8C48-A777-25D10FEABFD6}" srcOrd="0" destOrd="0" presId="urn:microsoft.com/office/officeart/2005/8/layout/vList3"/>
    <dgm:cxn modelId="{78E9B2C5-C279-4044-84E2-85E07D524951}" type="presParOf" srcId="{78F50F24-BC9C-5B42-98FF-779798608241}" destId="{41F606BE-0FBF-A643-AF9D-67E830370075}" srcOrd="1" destOrd="0" presId="urn:microsoft.com/office/officeart/2005/8/layout/vList3"/>
    <dgm:cxn modelId="{0DC5C20E-4DD9-4D42-B666-62ADBBA7E96F}" type="presParOf" srcId="{FA54A467-C9B6-EF4A-92A5-A7897F80362C}" destId="{257B8FF0-C1EF-DE42-9B72-3750979C8458}" srcOrd="3" destOrd="0" presId="urn:microsoft.com/office/officeart/2005/8/layout/vList3"/>
    <dgm:cxn modelId="{D53B0E8A-6FA4-4643-A1BA-A7F22920CC85}" type="presParOf" srcId="{FA54A467-C9B6-EF4A-92A5-A7897F80362C}" destId="{AE5EBD15-280D-1E43-B6DF-AD4E307284BE}" srcOrd="4" destOrd="0" presId="urn:microsoft.com/office/officeart/2005/8/layout/vList3"/>
    <dgm:cxn modelId="{8581BFD3-6278-404B-90B2-BCD14CB49419}" type="presParOf" srcId="{AE5EBD15-280D-1E43-B6DF-AD4E307284BE}" destId="{CA611FD5-9320-5641-AEF8-1DB06814CD96}" srcOrd="0" destOrd="0" presId="urn:microsoft.com/office/officeart/2005/8/layout/vList3"/>
    <dgm:cxn modelId="{7633ED27-1260-4149-8ACD-FC20D8C0909F}" type="presParOf" srcId="{AE5EBD15-280D-1E43-B6DF-AD4E307284BE}" destId="{70EFB2BA-162D-8E4F-99A8-B9DB7755FACD}" srcOrd="1" destOrd="0" presId="urn:microsoft.com/office/officeart/2005/8/layout/vList3"/>
    <dgm:cxn modelId="{32CA941C-A5AA-1B4E-AC97-1CC87E5DFDFC}" type="presParOf" srcId="{FA54A467-C9B6-EF4A-92A5-A7897F80362C}" destId="{AC6DB5A3-3CC5-8444-82F3-48A458A0DA3F}" srcOrd="5" destOrd="0" presId="urn:microsoft.com/office/officeart/2005/8/layout/vList3"/>
    <dgm:cxn modelId="{A443411A-7C49-0544-AB7F-16AC29A24106}" type="presParOf" srcId="{FA54A467-C9B6-EF4A-92A5-A7897F80362C}" destId="{D66B7E0E-DD6C-CB4D-B03E-7D66059C0AE7}" srcOrd="6" destOrd="0" presId="urn:microsoft.com/office/officeart/2005/8/layout/vList3"/>
    <dgm:cxn modelId="{C870F8AC-8BA0-584C-81AB-538827A4ECDA}" type="presParOf" srcId="{D66B7E0E-DD6C-CB4D-B03E-7D66059C0AE7}" destId="{F27D4925-A2EE-7449-96D0-1478A48D9A60}" srcOrd="0" destOrd="0" presId="urn:microsoft.com/office/officeart/2005/8/layout/vList3"/>
    <dgm:cxn modelId="{B8A49FB2-EFC2-944C-B34F-2C98A694FB4C}" type="presParOf" srcId="{D66B7E0E-DD6C-CB4D-B03E-7D66059C0AE7}" destId="{E11456BD-4061-164A-A3DC-C878F3B6E95B}" srcOrd="1" destOrd="0" presId="urn:microsoft.com/office/officeart/2005/8/layout/vList3"/>
    <dgm:cxn modelId="{9DD4DF11-0B75-2041-BDD7-1B55AF150424}" type="presParOf" srcId="{FA54A467-C9B6-EF4A-92A5-A7897F80362C}" destId="{71480985-501B-6244-8684-2B0815B27747}" srcOrd="7" destOrd="0" presId="urn:microsoft.com/office/officeart/2005/8/layout/vList3"/>
    <dgm:cxn modelId="{38207B81-AE1C-804E-9E34-A257AA62862A}" type="presParOf" srcId="{FA54A467-C9B6-EF4A-92A5-A7897F80362C}" destId="{25180CB2-A1F5-454B-B669-DA421E595D1D}" srcOrd="8" destOrd="0" presId="urn:microsoft.com/office/officeart/2005/8/layout/vList3"/>
    <dgm:cxn modelId="{5221CD82-89FB-9746-8CB1-57A8CB5C17B4}" type="presParOf" srcId="{25180CB2-A1F5-454B-B669-DA421E595D1D}" destId="{16B5B71E-0906-F64A-A123-1C634BDDCED7}" srcOrd="0" destOrd="0" presId="urn:microsoft.com/office/officeart/2005/8/layout/vList3"/>
    <dgm:cxn modelId="{131B0F11-000E-6348-8733-60A59BB61FE9}" type="presParOf" srcId="{25180CB2-A1F5-454B-B669-DA421E595D1D}" destId="{5D6F9857-AC17-7644-9529-6356FE727FF7}" srcOrd="1" destOrd="0" presId="urn:microsoft.com/office/officeart/2005/8/layout/vList3"/>
    <dgm:cxn modelId="{B03E4960-C5AA-3B40-A5AD-1A3B046AA345}" type="presParOf" srcId="{FA54A467-C9B6-EF4A-92A5-A7897F80362C}" destId="{211E2240-04B2-4A40-ADA8-A3A9E5775C56}" srcOrd="9" destOrd="0" presId="urn:microsoft.com/office/officeart/2005/8/layout/vList3"/>
    <dgm:cxn modelId="{80202556-3C87-0943-AAA2-FDC8B003244D}" type="presParOf" srcId="{FA54A467-C9B6-EF4A-92A5-A7897F80362C}" destId="{DFFE06FB-903A-A448-8CC6-4691765595A7}" srcOrd="10" destOrd="0" presId="urn:microsoft.com/office/officeart/2005/8/layout/vList3"/>
    <dgm:cxn modelId="{727449A4-1B96-9541-90DA-B76FDD5FC558}" type="presParOf" srcId="{DFFE06FB-903A-A448-8CC6-4691765595A7}" destId="{AA7AF8BE-04C6-CA4B-8302-25DC54374145}" srcOrd="0" destOrd="0" presId="urn:microsoft.com/office/officeart/2005/8/layout/vList3"/>
    <dgm:cxn modelId="{33134732-58F4-D84B-BF30-348C85B4C0DB}" type="presParOf" srcId="{DFFE06FB-903A-A448-8CC6-4691765595A7}" destId="{61DF3D97-3245-224E-831A-321CBE7F421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20FE0A-309D-5246-9432-7704793A9D83}">
      <dsp:nvSpPr>
        <dsp:cNvPr id="0" name=""/>
        <dsp:cNvSpPr/>
      </dsp:nvSpPr>
      <dsp:spPr>
        <a:xfrm rot="10800000">
          <a:off x="1541923" y="4769"/>
          <a:ext cx="5405120" cy="72193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8353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Testbirds.com</a:t>
          </a:r>
          <a:endParaRPr lang="en-US" sz="2300" kern="1200" dirty="0"/>
        </a:p>
      </dsp:txBody>
      <dsp:txXfrm rot="10800000">
        <a:off x="1722407" y="4769"/>
        <a:ext cx="5224636" cy="721935"/>
      </dsp:txXfrm>
    </dsp:sp>
    <dsp:sp modelId="{F6BA0FD0-81E8-1247-82E3-C799B5F6FD41}">
      <dsp:nvSpPr>
        <dsp:cNvPr id="0" name=""/>
        <dsp:cNvSpPr/>
      </dsp:nvSpPr>
      <dsp:spPr>
        <a:xfrm>
          <a:off x="1180956" y="4769"/>
          <a:ext cx="721935" cy="72193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4000" r="-24000"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1F606BE-0FBF-A643-AF9D-67E830370075}">
      <dsp:nvSpPr>
        <dsp:cNvPr id="0" name=""/>
        <dsp:cNvSpPr/>
      </dsp:nvSpPr>
      <dsp:spPr>
        <a:xfrm rot="10800000">
          <a:off x="1541923" y="942207"/>
          <a:ext cx="5405120" cy="72193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8353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Lionbridge.com</a:t>
          </a:r>
          <a:endParaRPr lang="en-US" sz="2300" kern="1200" dirty="0"/>
        </a:p>
      </dsp:txBody>
      <dsp:txXfrm rot="10800000">
        <a:off x="1722407" y="942207"/>
        <a:ext cx="5224636" cy="721935"/>
      </dsp:txXfrm>
    </dsp:sp>
    <dsp:sp modelId="{919278DB-761E-8C48-A777-25D10FEABFD6}">
      <dsp:nvSpPr>
        <dsp:cNvPr id="0" name=""/>
        <dsp:cNvSpPr/>
      </dsp:nvSpPr>
      <dsp:spPr>
        <a:xfrm>
          <a:off x="1180956" y="942207"/>
          <a:ext cx="721935" cy="721935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0EFB2BA-162D-8E4F-99A8-B9DB7755FACD}">
      <dsp:nvSpPr>
        <dsp:cNvPr id="0" name=""/>
        <dsp:cNvSpPr/>
      </dsp:nvSpPr>
      <dsp:spPr>
        <a:xfrm rot="10800000">
          <a:off x="1541923" y="1879646"/>
          <a:ext cx="5405120" cy="72193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8353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Rainforestqa.com</a:t>
          </a:r>
          <a:endParaRPr lang="en-US" sz="2300" kern="1200" dirty="0"/>
        </a:p>
      </dsp:txBody>
      <dsp:txXfrm rot="10800000">
        <a:off x="1722407" y="1879646"/>
        <a:ext cx="5224636" cy="721935"/>
      </dsp:txXfrm>
    </dsp:sp>
    <dsp:sp modelId="{CA611FD5-9320-5641-AEF8-1DB06814CD96}">
      <dsp:nvSpPr>
        <dsp:cNvPr id="0" name=""/>
        <dsp:cNvSpPr/>
      </dsp:nvSpPr>
      <dsp:spPr>
        <a:xfrm>
          <a:off x="1180956" y="1879646"/>
          <a:ext cx="721935" cy="721935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E11456BD-4061-164A-A3DC-C878F3B6E95B}">
      <dsp:nvSpPr>
        <dsp:cNvPr id="0" name=""/>
        <dsp:cNvSpPr/>
      </dsp:nvSpPr>
      <dsp:spPr>
        <a:xfrm rot="10800000">
          <a:off x="1541923" y="2817085"/>
          <a:ext cx="5405120" cy="72193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8353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Passbrains.com</a:t>
          </a:r>
          <a:endParaRPr lang="en-US" sz="2300" kern="1200" dirty="0"/>
        </a:p>
      </dsp:txBody>
      <dsp:txXfrm rot="10800000">
        <a:off x="1722407" y="2817085"/>
        <a:ext cx="5224636" cy="721935"/>
      </dsp:txXfrm>
    </dsp:sp>
    <dsp:sp modelId="{F27D4925-A2EE-7449-96D0-1478A48D9A60}">
      <dsp:nvSpPr>
        <dsp:cNvPr id="0" name=""/>
        <dsp:cNvSpPr/>
      </dsp:nvSpPr>
      <dsp:spPr>
        <a:xfrm>
          <a:off x="1180956" y="2817085"/>
          <a:ext cx="721935" cy="721935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0" r="-20000"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D6F9857-AC17-7644-9529-6356FE727FF7}">
      <dsp:nvSpPr>
        <dsp:cNvPr id="0" name=""/>
        <dsp:cNvSpPr/>
      </dsp:nvSpPr>
      <dsp:spPr>
        <a:xfrm rot="10800000">
          <a:off x="1541923" y="3754523"/>
          <a:ext cx="5405120" cy="72193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8353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Crowdsourcetesting.com</a:t>
          </a:r>
          <a:endParaRPr lang="en-US" sz="2300" kern="1200" dirty="0"/>
        </a:p>
      </dsp:txBody>
      <dsp:txXfrm rot="10800000">
        <a:off x="1722407" y="3754523"/>
        <a:ext cx="5224636" cy="721935"/>
      </dsp:txXfrm>
    </dsp:sp>
    <dsp:sp modelId="{16B5B71E-0906-F64A-A123-1C634BDDCED7}">
      <dsp:nvSpPr>
        <dsp:cNvPr id="0" name=""/>
        <dsp:cNvSpPr/>
      </dsp:nvSpPr>
      <dsp:spPr>
        <a:xfrm>
          <a:off x="1180956" y="3754523"/>
          <a:ext cx="721935" cy="721935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1DF3D97-3245-224E-831A-321CBE7F421B}">
      <dsp:nvSpPr>
        <dsp:cNvPr id="0" name=""/>
        <dsp:cNvSpPr/>
      </dsp:nvSpPr>
      <dsp:spPr>
        <a:xfrm rot="10800000">
          <a:off x="1541923" y="4691962"/>
          <a:ext cx="5405120" cy="72193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8353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Bugcrowd.com</a:t>
          </a:r>
          <a:endParaRPr lang="en-US" sz="2300" kern="1200" dirty="0"/>
        </a:p>
      </dsp:txBody>
      <dsp:txXfrm rot="10800000">
        <a:off x="1722407" y="4691962"/>
        <a:ext cx="5224636" cy="721935"/>
      </dsp:txXfrm>
    </dsp:sp>
    <dsp:sp modelId="{AA7AF8BE-04C6-CA4B-8302-25DC54374145}">
      <dsp:nvSpPr>
        <dsp:cNvPr id="0" name=""/>
        <dsp:cNvSpPr/>
      </dsp:nvSpPr>
      <dsp:spPr>
        <a:xfrm>
          <a:off x="1180956" y="4691962"/>
          <a:ext cx="721935" cy="721935"/>
        </a:xfrm>
        <a:prstGeom prst="ellipse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9000" r="-29000"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20FE0A-309D-5246-9432-7704793A9D83}">
      <dsp:nvSpPr>
        <dsp:cNvPr id="0" name=""/>
        <dsp:cNvSpPr/>
      </dsp:nvSpPr>
      <dsp:spPr>
        <a:xfrm rot="10800000">
          <a:off x="1541923" y="4769"/>
          <a:ext cx="5405120" cy="72193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8353" tIns="102870" rIns="192024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99Tests.com</a:t>
          </a:r>
        </a:p>
      </dsp:txBody>
      <dsp:txXfrm rot="10800000">
        <a:off x="1722407" y="4769"/>
        <a:ext cx="5224636" cy="721935"/>
      </dsp:txXfrm>
    </dsp:sp>
    <dsp:sp modelId="{F6BA0FD0-81E8-1247-82E3-C799B5F6FD41}">
      <dsp:nvSpPr>
        <dsp:cNvPr id="0" name=""/>
        <dsp:cNvSpPr/>
      </dsp:nvSpPr>
      <dsp:spPr>
        <a:xfrm>
          <a:off x="1180956" y="4769"/>
          <a:ext cx="721935" cy="721935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16000" r="-16000"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1F606BE-0FBF-A643-AF9D-67E830370075}">
      <dsp:nvSpPr>
        <dsp:cNvPr id="0" name=""/>
        <dsp:cNvSpPr/>
      </dsp:nvSpPr>
      <dsp:spPr>
        <a:xfrm rot="10800000">
          <a:off x="1541923" y="942207"/>
          <a:ext cx="5405120" cy="72193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8353" tIns="102870" rIns="192024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 err="1"/>
            <a:t>Ubertesters.com</a:t>
          </a:r>
          <a:endParaRPr lang="en-US" sz="2700" kern="1200" dirty="0"/>
        </a:p>
      </dsp:txBody>
      <dsp:txXfrm rot="10800000">
        <a:off x="1722407" y="942207"/>
        <a:ext cx="5224636" cy="721935"/>
      </dsp:txXfrm>
    </dsp:sp>
    <dsp:sp modelId="{919278DB-761E-8C48-A777-25D10FEABFD6}">
      <dsp:nvSpPr>
        <dsp:cNvPr id="0" name=""/>
        <dsp:cNvSpPr/>
      </dsp:nvSpPr>
      <dsp:spPr>
        <a:xfrm>
          <a:off x="1180956" y="942207"/>
          <a:ext cx="721935" cy="721935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0EFB2BA-162D-8E4F-99A8-B9DB7755FACD}">
      <dsp:nvSpPr>
        <dsp:cNvPr id="0" name=""/>
        <dsp:cNvSpPr/>
      </dsp:nvSpPr>
      <dsp:spPr>
        <a:xfrm rot="10800000">
          <a:off x="1541923" y="1879646"/>
          <a:ext cx="5405120" cy="72193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8353" tIns="102870" rIns="192024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 err="1"/>
            <a:t>Globalapptesting.com</a:t>
          </a:r>
          <a:endParaRPr lang="en-US" sz="2700" kern="1200" dirty="0"/>
        </a:p>
      </dsp:txBody>
      <dsp:txXfrm rot="10800000">
        <a:off x="1722407" y="1879646"/>
        <a:ext cx="5224636" cy="721935"/>
      </dsp:txXfrm>
    </dsp:sp>
    <dsp:sp modelId="{CA611FD5-9320-5641-AEF8-1DB06814CD96}">
      <dsp:nvSpPr>
        <dsp:cNvPr id="0" name=""/>
        <dsp:cNvSpPr/>
      </dsp:nvSpPr>
      <dsp:spPr>
        <a:xfrm>
          <a:off x="1180956" y="1879646"/>
          <a:ext cx="721935" cy="721935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6000" r="-16000"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E11456BD-4061-164A-A3DC-C878F3B6E95B}">
      <dsp:nvSpPr>
        <dsp:cNvPr id="0" name=""/>
        <dsp:cNvSpPr/>
      </dsp:nvSpPr>
      <dsp:spPr>
        <a:xfrm rot="10800000">
          <a:off x="1541923" y="2817085"/>
          <a:ext cx="5405120" cy="72193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8353" tIns="102870" rIns="192024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 err="1"/>
            <a:t>test.io</a:t>
          </a:r>
          <a:endParaRPr lang="en-US" sz="2700" kern="1200" dirty="0"/>
        </a:p>
      </dsp:txBody>
      <dsp:txXfrm rot="10800000">
        <a:off x="1722407" y="2817085"/>
        <a:ext cx="5224636" cy="721935"/>
      </dsp:txXfrm>
    </dsp:sp>
    <dsp:sp modelId="{F27D4925-A2EE-7449-96D0-1478A48D9A60}">
      <dsp:nvSpPr>
        <dsp:cNvPr id="0" name=""/>
        <dsp:cNvSpPr/>
      </dsp:nvSpPr>
      <dsp:spPr>
        <a:xfrm>
          <a:off x="1180956" y="2817085"/>
          <a:ext cx="721935" cy="721935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6000" r="-56000"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D6F9857-AC17-7644-9529-6356FE727FF7}">
      <dsp:nvSpPr>
        <dsp:cNvPr id="0" name=""/>
        <dsp:cNvSpPr/>
      </dsp:nvSpPr>
      <dsp:spPr>
        <a:xfrm rot="10800000">
          <a:off x="1541923" y="3754523"/>
          <a:ext cx="5405120" cy="72193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8353" tIns="102870" rIns="192024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 err="1"/>
            <a:t>Crowdsprint.com</a:t>
          </a:r>
          <a:endParaRPr lang="en-US" sz="2700" kern="1200" dirty="0"/>
        </a:p>
      </dsp:txBody>
      <dsp:txXfrm rot="10800000">
        <a:off x="1722407" y="3754523"/>
        <a:ext cx="5224636" cy="721935"/>
      </dsp:txXfrm>
    </dsp:sp>
    <dsp:sp modelId="{16B5B71E-0906-F64A-A123-1C634BDDCED7}">
      <dsp:nvSpPr>
        <dsp:cNvPr id="0" name=""/>
        <dsp:cNvSpPr/>
      </dsp:nvSpPr>
      <dsp:spPr>
        <a:xfrm>
          <a:off x="1180956" y="3754523"/>
          <a:ext cx="721935" cy="721935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1DF3D97-3245-224E-831A-321CBE7F421B}">
      <dsp:nvSpPr>
        <dsp:cNvPr id="0" name=""/>
        <dsp:cNvSpPr/>
      </dsp:nvSpPr>
      <dsp:spPr>
        <a:xfrm rot="10800000">
          <a:off x="1541923" y="4691962"/>
          <a:ext cx="5405120" cy="72193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8353" tIns="102870" rIns="192024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 err="1"/>
            <a:t>Crowdaronline.com</a:t>
          </a:r>
          <a:endParaRPr lang="en-US" sz="2700" kern="1200" dirty="0"/>
        </a:p>
      </dsp:txBody>
      <dsp:txXfrm rot="10800000">
        <a:off x="1722407" y="4691962"/>
        <a:ext cx="5224636" cy="721935"/>
      </dsp:txXfrm>
    </dsp:sp>
    <dsp:sp modelId="{AA7AF8BE-04C6-CA4B-8302-25DC54374145}">
      <dsp:nvSpPr>
        <dsp:cNvPr id="0" name=""/>
        <dsp:cNvSpPr/>
      </dsp:nvSpPr>
      <dsp:spPr>
        <a:xfrm>
          <a:off x="1180956" y="4691962"/>
          <a:ext cx="721935" cy="721935"/>
        </a:xfrm>
        <a:prstGeom prst="ellipse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98000" r="-98000"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GB" sz="1100" b="1" dirty="0"/>
          </a:p>
        </p:txBody>
      </p:sp>
      <p:sp>
        <p:nvSpPr>
          <p:cNvPr id="126" name="Google Shape;12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GB" sz="1100" b="1" dirty="0"/>
          </a:p>
        </p:txBody>
      </p:sp>
      <p:sp>
        <p:nvSpPr>
          <p:cNvPr id="126" name="Google Shape;12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6870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0" y="6356350"/>
            <a:ext cx="12192000" cy="50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59724" y="6413184"/>
            <a:ext cx="5157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Google Shape;2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822896" y="6437887"/>
            <a:ext cx="2235755" cy="3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0" y="6356350"/>
            <a:ext cx="12192000" cy="50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59724" y="6413184"/>
            <a:ext cx="5157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0" name="Google Shape;4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822896" y="6437887"/>
            <a:ext cx="2235755" cy="3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0" y="6356350"/>
            <a:ext cx="12192000" cy="50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2"/>
          </p:nvPr>
        </p:nvSpPr>
        <p:spPr>
          <a:xfrm>
            <a:off x="59724" y="6413184"/>
            <a:ext cx="5157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822896" y="6437887"/>
            <a:ext cx="2235755" cy="3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Google Shape;54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Google Shape;55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9" name="Google Shape;59;p7"/>
          <p:cNvSpPr/>
          <p:nvPr/>
        </p:nvSpPr>
        <p:spPr>
          <a:xfrm>
            <a:off x="0" y="6356350"/>
            <a:ext cx="12192000" cy="50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 txBox="1">
            <a:spLocks noGrp="1"/>
          </p:cNvSpPr>
          <p:nvPr>
            <p:ph type="body" idx="5"/>
          </p:nvPr>
        </p:nvSpPr>
        <p:spPr>
          <a:xfrm>
            <a:off x="59724" y="6413184"/>
            <a:ext cx="5157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1" name="Google Shape;6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822896" y="6437887"/>
            <a:ext cx="2235755" cy="3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0" y="6356350"/>
            <a:ext cx="12192000" cy="50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9"/>
          <p:cNvSpPr txBox="1">
            <a:spLocks noGrp="1"/>
          </p:cNvSpPr>
          <p:nvPr>
            <p:ph type="body" idx="1"/>
          </p:nvPr>
        </p:nvSpPr>
        <p:spPr>
          <a:xfrm>
            <a:off x="59724" y="6413184"/>
            <a:ext cx="5157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2" name="Google Shape;7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822896" y="6437887"/>
            <a:ext cx="2235755" cy="3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Google Shape;76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Google Shape;7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0" name="Google Shape;80;p10"/>
          <p:cNvSpPr/>
          <p:nvPr/>
        </p:nvSpPr>
        <p:spPr>
          <a:xfrm>
            <a:off x="0" y="6356350"/>
            <a:ext cx="12192000" cy="50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3"/>
          </p:nvPr>
        </p:nvSpPr>
        <p:spPr>
          <a:xfrm>
            <a:off x="59724" y="6413184"/>
            <a:ext cx="5157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2" name="Google Shape;8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822896" y="6437887"/>
            <a:ext cx="2235755" cy="3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6" name="Google Shape;9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9" name="Google Shape;99;p12"/>
          <p:cNvSpPr/>
          <p:nvPr/>
        </p:nvSpPr>
        <p:spPr>
          <a:xfrm>
            <a:off x="0" y="6356350"/>
            <a:ext cx="12192000" cy="50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2"/>
          <p:cNvSpPr txBox="1">
            <a:spLocks noGrp="1"/>
          </p:cNvSpPr>
          <p:nvPr>
            <p:ph type="body" idx="2"/>
          </p:nvPr>
        </p:nvSpPr>
        <p:spPr>
          <a:xfrm>
            <a:off x="59724" y="6413184"/>
            <a:ext cx="5157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1" name="Google Shape;101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822896" y="6437887"/>
            <a:ext cx="2235755" cy="3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3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body" idx="1"/>
          </p:nvPr>
        </p:nvSpPr>
        <p:spPr>
          <a:xfrm rot="5400000">
            <a:off x="1666050" y="-596100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5" name="Google Shape;10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8" name="Google Shape;108;p13"/>
          <p:cNvSpPr/>
          <p:nvPr/>
        </p:nvSpPr>
        <p:spPr>
          <a:xfrm>
            <a:off x="0" y="6356350"/>
            <a:ext cx="12192000" cy="50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 txBox="1">
            <a:spLocks noGrp="1"/>
          </p:cNvSpPr>
          <p:nvPr>
            <p:ph type="body" idx="2"/>
          </p:nvPr>
        </p:nvSpPr>
        <p:spPr>
          <a:xfrm>
            <a:off x="59724" y="6413184"/>
            <a:ext cx="5157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0" name="Google Shape;11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822896" y="6437887"/>
            <a:ext cx="2235755" cy="3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5" r:id="rId5"/>
    <p:sldLayoutId id="2147483656" r:id="rId6"/>
    <p:sldLayoutId id="2147483658" r:id="rId7"/>
    <p:sldLayoutId id="214748365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>
            <a:spLocks noGrp="1"/>
          </p:cNvSpPr>
          <p:nvPr>
            <p:ph type="body" idx="1"/>
          </p:nvPr>
        </p:nvSpPr>
        <p:spPr>
          <a:xfrm>
            <a:off x="59724" y="6413184"/>
            <a:ext cx="515778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en-GB" dirty="0"/>
              <a:t>Other freelancing opportunities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64DE599-E2A5-0047-9754-06B1C7EB6E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6043886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>
            <a:spLocks noGrp="1"/>
          </p:cNvSpPr>
          <p:nvPr>
            <p:ph type="body" idx="1"/>
          </p:nvPr>
        </p:nvSpPr>
        <p:spPr>
          <a:xfrm>
            <a:off x="59724" y="6413184"/>
            <a:ext cx="515778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en-GB" dirty="0"/>
              <a:t>Other freelancing opportunities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64DE599-E2A5-0047-9754-06B1C7EB6E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9117716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86961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.4 Test Case and Checklist" id="{76A0196F-4BE1-7041-9FC0-07D41B7F1A1B}" vid="{928D1B2B-8C1B-A246-B49A-86F4737FC917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386</TotalTime>
  <Words>42</Words>
  <Application>Microsoft Macintosh PowerPoint</Application>
  <PresentationFormat>Widescreen</PresentationFormat>
  <Paragraphs>14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Testing with Postman</dc:title>
  <dc:creator>Ozan İlhan</dc:creator>
  <cp:lastModifiedBy>Ozan İlhan</cp:lastModifiedBy>
  <cp:revision>17</cp:revision>
  <dcterms:created xsi:type="dcterms:W3CDTF">2019-03-02T13:33:52Z</dcterms:created>
  <dcterms:modified xsi:type="dcterms:W3CDTF">2019-03-31T10:59:34Z</dcterms:modified>
</cp:coreProperties>
</file>