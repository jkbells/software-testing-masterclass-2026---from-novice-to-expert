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7"/>
  </p:notesMasterIdLst>
  <p:sldIdLst>
    <p:sldId id="285" r:id="rId2"/>
    <p:sldId id="313" r:id="rId3"/>
    <p:sldId id="314" r:id="rId4"/>
    <p:sldId id="315" r:id="rId5"/>
    <p:sldId id="316" r:id="rId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078"/>
    <p:restoredTop sz="69944"/>
  </p:normalViewPr>
  <p:slideViewPr>
    <p:cSldViewPr snapToGrid="0" snapToObjects="1">
      <p:cViewPr varScale="1">
        <p:scale>
          <a:sx n="84" d="100"/>
          <a:sy n="84" d="100"/>
        </p:scale>
        <p:origin x="79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GB" sz="1100" b="0" i="0" u="none" strike="noStrike" cap="none" dirty="0">
              <a:solidFill>
                <a:srgbClr val="000000"/>
              </a:solidFill>
              <a:effectLst/>
              <a:latin typeface="Arial"/>
              <a:ea typeface="Arial"/>
              <a:cs typeface="Arial"/>
              <a:sym typeface="Arial"/>
            </a:endParaRPr>
          </a:p>
        </p:txBody>
      </p:sp>
      <p:sp>
        <p:nvSpPr>
          <p:cNvPr id="118" name="Google Shape;11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465092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a:endParaRPr lang="en-GB" b="0" dirty="0">
              <a:effectLst/>
            </a:endParaRPr>
          </a:p>
        </p:txBody>
      </p:sp>
      <p:sp>
        <p:nvSpPr>
          <p:cNvPr id="118" name="Google Shape;11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05367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GB" sz="1100" b="0" i="0" u="none" strike="noStrike" cap="none" dirty="0">
              <a:solidFill>
                <a:srgbClr val="000000"/>
              </a:solidFill>
              <a:effectLst/>
              <a:latin typeface="Arial"/>
              <a:ea typeface="Arial"/>
              <a:cs typeface="Arial"/>
              <a:sym typeface="Arial"/>
            </a:endParaRPr>
          </a:p>
        </p:txBody>
      </p:sp>
      <p:sp>
        <p:nvSpPr>
          <p:cNvPr id="118" name="Google Shape;11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20382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a:endParaRPr lang="en-GB" b="0" dirty="0">
              <a:effectLst/>
            </a:endParaRPr>
          </a:p>
        </p:txBody>
      </p:sp>
      <p:sp>
        <p:nvSpPr>
          <p:cNvPr id="118" name="Google Shape;11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6985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a:endParaRPr lang="en-GB" sz="1100" b="0" i="0" u="none" strike="noStrike" cap="none" dirty="0">
              <a:solidFill>
                <a:srgbClr val="000000"/>
              </a:solidFill>
              <a:effectLst/>
              <a:latin typeface="Arial"/>
              <a:ea typeface="Arial"/>
              <a:cs typeface="Arial"/>
              <a:sym typeface="Arial"/>
            </a:endParaRPr>
          </a:p>
        </p:txBody>
      </p:sp>
      <p:sp>
        <p:nvSpPr>
          <p:cNvPr id="118" name="Google Shape;11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10066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2"/>
        <p:cNvGrpSpPr/>
        <p:nvPr/>
      </p:nvGrpSpPr>
      <p:grpSpPr>
        <a:xfrm>
          <a:off x="0" y="0"/>
          <a:ext cx="0" cy="0"/>
          <a:chOff x="0" y="0"/>
          <a:chExt cx="0" cy="0"/>
        </a:xfrm>
      </p:grpSpPr>
      <p:sp>
        <p:nvSpPr>
          <p:cNvPr id="33" name="Google Shape;33;p5"/>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lstStyle>
            <a:lvl1pPr lvl="0" algn="ctr" rtl="0">
              <a:lnSpc>
                <a:spcPct val="90000"/>
              </a:lnSpc>
              <a:spcBef>
                <a:spcPts val="0"/>
              </a:spcBef>
              <a:spcAft>
                <a:spcPts val="0"/>
              </a:spcAft>
              <a:buClr>
                <a:schemeClr val="dk1"/>
              </a:buClr>
              <a:buSzPts val="6000"/>
              <a:buFont typeface="Calibri"/>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34" name="Google Shape;34;p5"/>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r>
              <a:rPr lang="en-US"/>
              <a:t>Click to edit Master subtitle style</a:t>
            </a:r>
            <a:endParaRPr/>
          </a:p>
        </p:txBody>
      </p:sp>
      <p:sp>
        <p:nvSpPr>
          <p:cNvPr id="35" name="Google Shape;35;p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38" name="Google Shape;38;p5"/>
          <p:cNvSpPr/>
          <p:nvPr/>
        </p:nvSpPr>
        <p:spPr>
          <a:xfrm>
            <a:off x="0" y="6356350"/>
            <a:ext cx="12192000" cy="501600"/>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9" name="Google Shape;39;p5"/>
          <p:cNvSpPr txBox="1">
            <a:spLocks noGrp="1"/>
          </p:cNvSpPr>
          <p:nvPr>
            <p:ph type="body" idx="2"/>
          </p:nvPr>
        </p:nvSpPr>
        <p:spPr>
          <a:xfrm>
            <a:off x="59724" y="6413184"/>
            <a:ext cx="5157900" cy="338700"/>
          </a:xfrm>
          <a:prstGeom prst="rect">
            <a:avLst/>
          </a:prstGeom>
          <a:noFill/>
          <a:ln>
            <a:noFill/>
          </a:ln>
        </p:spPr>
        <p:txBody>
          <a:bodyPr spcFirstLastPara="1" wrap="square" lIns="91425" tIns="45700" rIns="91425" bIns="45700" anchor="b" anchorCtr="0"/>
          <a:lstStyle>
            <a:lvl1pPr marL="457200" lvl="0" indent="-228600" algn="l" rtl="0">
              <a:lnSpc>
                <a:spcPct val="90000"/>
              </a:lnSpc>
              <a:spcBef>
                <a:spcPts val="1000"/>
              </a:spcBef>
              <a:spcAft>
                <a:spcPts val="0"/>
              </a:spcAft>
              <a:buClr>
                <a:schemeClr val="accent1"/>
              </a:buClr>
              <a:buSzPts val="1400"/>
              <a:buNone/>
              <a:defRPr sz="1400">
                <a:solidFill>
                  <a:schemeClr val="accent1"/>
                </a:solidFill>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pic>
        <p:nvPicPr>
          <p:cNvPr id="40" name="Google Shape;40;p5"/>
          <p:cNvPicPr preferRelativeResize="0"/>
          <p:nvPr/>
        </p:nvPicPr>
        <p:blipFill>
          <a:blip r:embed="rId2">
            <a:alphaModFix/>
          </a:blip>
          <a:stretch>
            <a:fillRect/>
          </a:stretch>
        </p:blipFill>
        <p:spPr>
          <a:xfrm>
            <a:off x="9822896" y="6437887"/>
            <a:ext cx="2235755" cy="3385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41"/>
        <p:cNvGrpSpPr/>
        <p:nvPr/>
      </p:nvGrpSpPr>
      <p:grpSpPr>
        <a:xfrm>
          <a:off x="0" y="0"/>
          <a:ext cx="0" cy="0"/>
          <a:chOff x="0" y="0"/>
          <a:chExt cx="0" cy="0"/>
        </a:xfrm>
      </p:grpSpPr>
      <p:sp>
        <p:nvSpPr>
          <p:cNvPr id="42" name="Google Shape;42;p6"/>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lstStyle>
            <a:lvl1pPr lvl="0" algn="l" rtl="0">
              <a:lnSpc>
                <a:spcPct val="90000"/>
              </a:lnSpc>
              <a:spcBef>
                <a:spcPts val="0"/>
              </a:spcBef>
              <a:spcAft>
                <a:spcPts val="0"/>
              </a:spcAft>
              <a:buClr>
                <a:schemeClr val="dk1"/>
              </a:buClr>
              <a:buSzPts val="6000"/>
              <a:buFont typeface="Calibri"/>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43" name="Google Shape;43;p6"/>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pPr lvl="0"/>
            <a:r>
              <a:rPr lang="en-US"/>
              <a:t>Click to edit Master text styles</a:t>
            </a:r>
          </a:p>
        </p:txBody>
      </p:sp>
      <p:sp>
        <p:nvSpPr>
          <p:cNvPr id="44" name="Google Shape;44;p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47" name="Google Shape;47;p6"/>
          <p:cNvSpPr/>
          <p:nvPr/>
        </p:nvSpPr>
        <p:spPr>
          <a:xfrm>
            <a:off x="0" y="6356350"/>
            <a:ext cx="12192000" cy="501600"/>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8" name="Google Shape;48;p6"/>
          <p:cNvSpPr txBox="1">
            <a:spLocks noGrp="1"/>
          </p:cNvSpPr>
          <p:nvPr>
            <p:ph type="body" idx="2"/>
          </p:nvPr>
        </p:nvSpPr>
        <p:spPr>
          <a:xfrm>
            <a:off x="59724" y="6413184"/>
            <a:ext cx="5157900" cy="338700"/>
          </a:xfrm>
          <a:prstGeom prst="rect">
            <a:avLst/>
          </a:prstGeom>
          <a:noFill/>
          <a:ln>
            <a:noFill/>
          </a:ln>
        </p:spPr>
        <p:txBody>
          <a:bodyPr spcFirstLastPara="1" wrap="square" lIns="91425" tIns="45700" rIns="91425" bIns="45700" anchor="b" anchorCtr="0"/>
          <a:lstStyle>
            <a:lvl1pPr marL="457200" lvl="0" indent="-228600" algn="l" rtl="0">
              <a:lnSpc>
                <a:spcPct val="90000"/>
              </a:lnSpc>
              <a:spcBef>
                <a:spcPts val="1000"/>
              </a:spcBef>
              <a:spcAft>
                <a:spcPts val="0"/>
              </a:spcAft>
              <a:buClr>
                <a:schemeClr val="accent1"/>
              </a:buClr>
              <a:buSzPts val="1400"/>
              <a:buNone/>
              <a:defRPr sz="1400">
                <a:solidFill>
                  <a:schemeClr val="accent1"/>
                </a:solidFill>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pic>
        <p:nvPicPr>
          <p:cNvPr id="49" name="Google Shape;49;p6"/>
          <p:cNvPicPr preferRelativeResize="0"/>
          <p:nvPr/>
        </p:nvPicPr>
        <p:blipFill>
          <a:blip r:embed="rId2">
            <a:alphaModFix/>
          </a:blip>
          <a:stretch>
            <a:fillRect/>
          </a:stretch>
        </p:blipFill>
        <p:spPr>
          <a:xfrm>
            <a:off x="9822896" y="6437887"/>
            <a:ext cx="2235755" cy="3385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50"/>
        <p:cNvGrpSpPr/>
        <p:nvPr/>
      </p:nvGrpSpPr>
      <p:grpSpPr>
        <a:xfrm>
          <a:off x="0" y="0"/>
          <a:ext cx="0" cy="0"/>
          <a:chOff x="0" y="0"/>
          <a:chExt cx="0" cy="0"/>
        </a:xfrm>
      </p:grpSpPr>
      <p:sp>
        <p:nvSpPr>
          <p:cNvPr id="51" name="Google Shape;51;p7"/>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52" name="Google Shape;52;p7"/>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53" name="Google Shape;53;p7"/>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54" name="Google Shape;54;p7"/>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55" name="Google Shape;55;p7"/>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56" name="Google Shape;56;p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7" name="Google Shape;57;p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59" name="Google Shape;59;p7"/>
          <p:cNvSpPr/>
          <p:nvPr/>
        </p:nvSpPr>
        <p:spPr>
          <a:xfrm>
            <a:off x="0" y="6356350"/>
            <a:ext cx="12192000" cy="501600"/>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0" name="Google Shape;60;p7"/>
          <p:cNvSpPr txBox="1">
            <a:spLocks noGrp="1"/>
          </p:cNvSpPr>
          <p:nvPr>
            <p:ph type="body" idx="5"/>
          </p:nvPr>
        </p:nvSpPr>
        <p:spPr>
          <a:xfrm>
            <a:off x="59724" y="6413184"/>
            <a:ext cx="5157900" cy="338700"/>
          </a:xfrm>
          <a:prstGeom prst="rect">
            <a:avLst/>
          </a:prstGeom>
          <a:noFill/>
          <a:ln>
            <a:noFill/>
          </a:ln>
        </p:spPr>
        <p:txBody>
          <a:bodyPr spcFirstLastPara="1" wrap="square" lIns="91425" tIns="45700" rIns="91425" bIns="45700" anchor="b" anchorCtr="0"/>
          <a:lstStyle>
            <a:lvl1pPr marL="457200" lvl="0" indent="-228600" algn="l" rtl="0">
              <a:lnSpc>
                <a:spcPct val="90000"/>
              </a:lnSpc>
              <a:spcBef>
                <a:spcPts val="1000"/>
              </a:spcBef>
              <a:spcAft>
                <a:spcPts val="0"/>
              </a:spcAft>
              <a:buClr>
                <a:schemeClr val="accent1"/>
              </a:buClr>
              <a:buSzPts val="1400"/>
              <a:buNone/>
              <a:defRPr sz="1400">
                <a:solidFill>
                  <a:schemeClr val="accent1"/>
                </a:solidFill>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pic>
        <p:nvPicPr>
          <p:cNvPr id="61" name="Google Shape;61;p7"/>
          <p:cNvPicPr preferRelativeResize="0"/>
          <p:nvPr/>
        </p:nvPicPr>
        <p:blipFill>
          <a:blip r:embed="rId2">
            <a:alphaModFix/>
          </a:blip>
          <a:stretch>
            <a:fillRect/>
          </a:stretch>
        </p:blipFill>
        <p:spPr>
          <a:xfrm>
            <a:off x="9822896" y="6437887"/>
            <a:ext cx="2235755" cy="3385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68"/>
        <p:cNvGrpSpPr/>
        <p:nvPr/>
      </p:nvGrpSpPr>
      <p:grpSpPr>
        <a:xfrm>
          <a:off x="0" y="0"/>
          <a:ext cx="0" cy="0"/>
          <a:chOff x="0" y="0"/>
          <a:chExt cx="0" cy="0"/>
        </a:xfrm>
      </p:grpSpPr>
      <p:sp>
        <p:nvSpPr>
          <p:cNvPr id="69" name="Google Shape;69;p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70" name="Google Shape;70;p9"/>
          <p:cNvSpPr/>
          <p:nvPr/>
        </p:nvSpPr>
        <p:spPr>
          <a:xfrm>
            <a:off x="0" y="6356350"/>
            <a:ext cx="12192000" cy="501600"/>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1" name="Google Shape;71;p9"/>
          <p:cNvSpPr txBox="1">
            <a:spLocks noGrp="1"/>
          </p:cNvSpPr>
          <p:nvPr>
            <p:ph type="body" idx="1"/>
          </p:nvPr>
        </p:nvSpPr>
        <p:spPr>
          <a:xfrm>
            <a:off x="59724" y="6413184"/>
            <a:ext cx="5157900" cy="338700"/>
          </a:xfrm>
          <a:prstGeom prst="rect">
            <a:avLst/>
          </a:prstGeom>
          <a:noFill/>
          <a:ln>
            <a:noFill/>
          </a:ln>
        </p:spPr>
        <p:txBody>
          <a:bodyPr spcFirstLastPara="1" wrap="square" lIns="91425" tIns="45700" rIns="91425" bIns="45700" anchor="b" anchorCtr="0"/>
          <a:lstStyle>
            <a:lvl1pPr marL="457200" lvl="0" indent="-228600" algn="l" rtl="0">
              <a:lnSpc>
                <a:spcPct val="90000"/>
              </a:lnSpc>
              <a:spcBef>
                <a:spcPts val="1000"/>
              </a:spcBef>
              <a:spcAft>
                <a:spcPts val="0"/>
              </a:spcAft>
              <a:buClr>
                <a:schemeClr val="accent1"/>
              </a:buClr>
              <a:buSzPts val="1400"/>
              <a:buNone/>
              <a:defRPr sz="1400">
                <a:solidFill>
                  <a:schemeClr val="accent1"/>
                </a:solidFill>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pic>
        <p:nvPicPr>
          <p:cNvPr id="72" name="Google Shape;72;p9"/>
          <p:cNvPicPr preferRelativeResize="0"/>
          <p:nvPr/>
        </p:nvPicPr>
        <p:blipFill>
          <a:blip r:embed="rId2">
            <a:alphaModFix/>
          </a:blip>
          <a:stretch>
            <a:fillRect/>
          </a:stretch>
        </p:blipFill>
        <p:spPr>
          <a:xfrm>
            <a:off x="9822896" y="6437887"/>
            <a:ext cx="2235755" cy="3385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73"/>
        <p:cNvGrpSpPr/>
        <p:nvPr/>
      </p:nvGrpSpPr>
      <p:grpSpPr>
        <a:xfrm>
          <a:off x="0" y="0"/>
          <a:ext cx="0" cy="0"/>
          <a:chOff x="0" y="0"/>
          <a:chExt cx="0" cy="0"/>
        </a:xfrm>
      </p:grpSpPr>
      <p:sp>
        <p:nvSpPr>
          <p:cNvPr id="74" name="Google Shape;74;p10"/>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lstStyle>
            <a:lvl1pPr lvl="0" algn="l" rtl="0">
              <a:lnSpc>
                <a:spcPct val="90000"/>
              </a:lnSpc>
              <a:spcBef>
                <a:spcPts val="0"/>
              </a:spcBef>
              <a:spcAft>
                <a:spcPts val="0"/>
              </a:spcAft>
              <a:buClr>
                <a:schemeClr val="dk1"/>
              </a:buClr>
              <a:buSzPts val="3200"/>
              <a:buFont typeface="Calibri"/>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75" name="Google Shape;75;p10"/>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pPr lvl="0"/>
            <a:r>
              <a:rPr lang="en-US"/>
              <a:t>Click to edit Master text styles</a:t>
            </a:r>
          </a:p>
        </p:txBody>
      </p:sp>
      <p:sp>
        <p:nvSpPr>
          <p:cNvPr id="76" name="Google Shape;76;p10"/>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77" name="Google Shape;77;p1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1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1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80" name="Google Shape;80;p10"/>
          <p:cNvSpPr/>
          <p:nvPr/>
        </p:nvSpPr>
        <p:spPr>
          <a:xfrm>
            <a:off x="0" y="6356350"/>
            <a:ext cx="12192000" cy="501600"/>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 name="Google Shape;81;p10"/>
          <p:cNvSpPr txBox="1">
            <a:spLocks noGrp="1"/>
          </p:cNvSpPr>
          <p:nvPr>
            <p:ph type="body" idx="3"/>
          </p:nvPr>
        </p:nvSpPr>
        <p:spPr>
          <a:xfrm>
            <a:off x="59724" y="6413184"/>
            <a:ext cx="5157900" cy="338700"/>
          </a:xfrm>
          <a:prstGeom prst="rect">
            <a:avLst/>
          </a:prstGeom>
          <a:noFill/>
          <a:ln>
            <a:noFill/>
          </a:ln>
        </p:spPr>
        <p:txBody>
          <a:bodyPr spcFirstLastPara="1" wrap="square" lIns="91425" tIns="45700" rIns="91425" bIns="45700" anchor="b" anchorCtr="0"/>
          <a:lstStyle>
            <a:lvl1pPr marL="457200" lvl="0" indent="-228600" algn="l" rtl="0">
              <a:lnSpc>
                <a:spcPct val="90000"/>
              </a:lnSpc>
              <a:spcBef>
                <a:spcPts val="1000"/>
              </a:spcBef>
              <a:spcAft>
                <a:spcPts val="0"/>
              </a:spcAft>
              <a:buClr>
                <a:schemeClr val="accent1"/>
              </a:buClr>
              <a:buSzPts val="1400"/>
              <a:buNone/>
              <a:defRPr sz="1400">
                <a:solidFill>
                  <a:schemeClr val="accent1"/>
                </a:solidFill>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pic>
        <p:nvPicPr>
          <p:cNvPr id="82" name="Google Shape;82;p10"/>
          <p:cNvPicPr preferRelativeResize="0"/>
          <p:nvPr/>
        </p:nvPicPr>
        <p:blipFill>
          <a:blip r:embed="rId2">
            <a:alphaModFix/>
          </a:blip>
          <a:stretch>
            <a:fillRect/>
          </a:stretch>
        </p:blipFill>
        <p:spPr>
          <a:xfrm>
            <a:off x="9822896" y="6437887"/>
            <a:ext cx="2235755" cy="33857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p:cSld name="Title and Vertical Text">
    <p:spTree>
      <p:nvGrpSpPr>
        <p:cNvPr id="1" name="Shape 93"/>
        <p:cNvGrpSpPr/>
        <p:nvPr/>
      </p:nvGrpSpPr>
      <p:grpSpPr>
        <a:xfrm>
          <a:off x="0" y="0"/>
          <a:ext cx="0" cy="0"/>
          <a:chOff x="0" y="0"/>
          <a:chExt cx="0" cy="0"/>
        </a:xfrm>
      </p:grpSpPr>
      <p:sp>
        <p:nvSpPr>
          <p:cNvPr id="94" name="Google Shape;94;p1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5" name="Google Shape;95;p12"/>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6" name="Google Shape;96;p12"/>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7" name="Google Shape;97;p1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 name="Google Shape;98;p1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99" name="Google Shape;99;p12"/>
          <p:cNvSpPr/>
          <p:nvPr/>
        </p:nvSpPr>
        <p:spPr>
          <a:xfrm>
            <a:off x="0" y="6356350"/>
            <a:ext cx="12192000" cy="501600"/>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12"/>
          <p:cNvSpPr txBox="1">
            <a:spLocks noGrp="1"/>
          </p:cNvSpPr>
          <p:nvPr>
            <p:ph type="body" idx="2"/>
          </p:nvPr>
        </p:nvSpPr>
        <p:spPr>
          <a:xfrm>
            <a:off x="59724" y="6413184"/>
            <a:ext cx="5157900" cy="338700"/>
          </a:xfrm>
          <a:prstGeom prst="rect">
            <a:avLst/>
          </a:prstGeom>
          <a:noFill/>
          <a:ln>
            <a:noFill/>
          </a:ln>
        </p:spPr>
        <p:txBody>
          <a:bodyPr spcFirstLastPara="1" wrap="square" lIns="91425" tIns="45700" rIns="91425" bIns="45700" anchor="b" anchorCtr="0"/>
          <a:lstStyle>
            <a:lvl1pPr marL="457200" lvl="0" indent="-228600" algn="l" rtl="0">
              <a:lnSpc>
                <a:spcPct val="90000"/>
              </a:lnSpc>
              <a:spcBef>
                <a:spcPts val="1000"/>
              </a:spcBef>
              <a:spcAft>
                <a:spcPts val="0"/>
              </a:spcAft>
              <a:buClr>
                <a:schemeClr val="accent1"/>
              </a:buClr>
              <a:buSzPts val="1400"/>
              <a:buNone/>
              <a:defRPr sz="1400">
                <a:solidFill>
                  <a:schemeClr val="accent1"/>
                </a:solidFill>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pic>
        <p:nvPicPr>
          <p:cNvPr id="101" name="Google Shape;101;p12"/>
          <p:cNvPicPr preferRelativeResize="0"/>
          <p:nvPr/>
        </p:nvPicPr>
        <p:blipFill>
          <a:blip r:embed="rId2">
            <a:alphaModFix/>
          </a:blip>
          <a:stretch>
            <a:fillRect/>
          </a:stretch>
        </p:blipFill>
        <p:spPr>
          <a:xfrm>
            <a:off x="9822896" y="6437887"/>
            <a:ext cx="2235755" cy="33857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ertical Title and Text">
  <p:cSld name="Vertical Title and Text">
    <p:spTree>
      <p:nvGrpSpPr>
        <p:cNvPr id="1" name="Shape 102"/>
        <p:cNvGrpSpPr/>
        <p:nvPr/>
      </p:nvGrpSpPr>
      <p:grpSpPr>
        <a:xfrm>
          <a:off x="0" y="0"/>
          <a:ext cx="0" cy="0"/>
          <a:chOff x="0" y="0"/>
          <a:chExt cx="0" cy="0"/>
        </a:xfrm>
      </p:grpSpPr>
      <p:sp>
        <p:nvSpPr>
          <p:cNvPr id="103" name="Google Shape;103;p13"/>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104" name="Google Shape;104;p13"/>
          <p:cNvSpPr txBox="1">
            <a:spLocks noGrp="1"/>
          </p:cNvSpPr>
          <p:nvPr>
            <p:ph type="body" idx="1"/>
          </p:nvPr>
        </p:nvSpPr>
        <p:spPr>
          <a:xfrm rot="5400000">
            <a:off x="1666050" y="-596100"/>
            <a:ext cx="5811900" cy="7734300"/>
          </a:xfrm>
          <a:prstGeom prst="rect">
            <a:avLst/>
          </a:prstGeom>
          <a:noFill/>
          <a:ln>
            <a:noFill/>
          </a:ln>
        </p:spPr>
        <p:txBody>
          <a:bodyPr spcFirstLastPara="1" wrap="square" lIns="91425" tIns="45700" rIns="91425" bIns="45700" anchor="t" anchorCtr="0"/>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105" name="Google Shape;105;p1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6" name="Google Shape;106;p1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7" name="Google Shape;107;p1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108" name="Google Shape;108;p13"/>
          <p:cNvSpPr/>
          <p:nvPr/>
        </p:nvSpPr>
        <p:spPr>
          <a:xfrm>
            <a:off x="0" y="6356350"/>
            <a:ext cx="12192000" cy="501600"/>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 name="Google Shape;109;p13"/>
          <p:cNvSpPr txBox="1">
            <a:spLocks noGrp="1"/>
          </p:cNvSpPr>
          <p:nvPr>
            <p:ph type="body" idx="2"/>
          </p:nvPr>
        </p:nvSpPr>
        <p:spPr>
          <a:xfrm>
            <a:off x="59724" y="6413184"/>
            <a:ext cx="5157900" cy="338700"/>
          </a:xfrm>
          <a:prstGeom prst="rect">
            <a:avLst/>
          </a:prstGeom>
          <a:noFill/>
          <a:ln>
            <a:noFill/>
          </a:ln>
        </p:spPr>
        <p:txBody>
          <a:bodyPr spcFirstLastPara="1" wrap="square" lIns="91425" tIns="45700" rIns="91425" bIns="45700" anchor="b" anchorCtr="0"/>
          <a:lstStyle>
            <a:lvl1pPr marL="457200" lvl="0" indent="-228600" algn="l" rtl="0">
              <a:lnSpc>
                <a:spcPct val="90000"/>
              </a:lnSpc>
              <a:spcBef>
                <a:spcPts val="1000"/>
              </a:spcBef>
              <a:spcAft>
                <a:spcPts val="0"/>
              </a:spcAft>
              <a:buClr>
                <a:schemeClr val="accent1"/>
              </a:buClr>
              <a:buSzPts val="1400"/>
              <a:buNone/>
              <a:defRPr sz="1400">
                <a:solidFill>
                  <a:schemeClr val="accent1"/>
                </a:solidFill>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pic>
        <p:nvPicPr>
          <p:cNvPr id="110" name="Google Shape;110;p13"/>
          <p:cNvPicPr preferRelativeResize="0"/>
          <p:nvPr/>
        </p:nvPicPr>
        <p:blipFill>
          <a:blip r:embed="rId2">
            <a:alphaModFix/>
          </a:blip>
          <a:stretch>
            <a:fillRect/>
          </a:stretch>
        </p:blipFill>
        <p:spPr>
          <a:xfrm>
            <a:off x="9822896" y="6437887"/>
            <a:ext cx="2235755" cy="33857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15" name="Google Shape;15;p2"/>
          <p:cNvSpPr/>
          <p:nvPr/>
        </p:nvSpPr>
        <p:spPr>
          <a:xfrm>
            <a:off x="0" y="6356350"/>
            <a:ext cx="12192000" cy="501600"/>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 name="Google Shape;16;p2"/>
          <p:cNvSpPr txBox="1">
            <a:spLocks noGrp="1"/>
          </p:cNvSpPr>
          <p:nvPr>
            <p:ph type="body" idx="1"/>
          </p:nvPr>
        </p:nvSpPr>
        <p:spPr>
          <a:xfrm>
            <a:off x="59724" y="6413184"/>
            <a:ext cx="5157900" cy="338700"/>
          </a:xfrm>
          <a:prstGeom prst="rect">
            <a:avLst/>
          </a:prstGeom>
          <a:noFill/>
          <a:ln>
            <a:noFill/>
          </a:ln>
        </p:spPr>
        <p:txBody>
          <a:bodyPr spcFirstLastPara="1" wrap="square" lIns="91425" tIns="45700" rIns="91425" bIns="45700" anchor="b" anchorCtr="0"/>
          <a:lstStyle>
            <a:lvl1pPr marL="457200" lvl="0" indent="-228600" algn="l" rtl="0">
              <a:lnSpc>
                <a:spcPct val="90000"/>
              </a:lnSpc>
              <a:spcBef>
                <a:spcPts val="1000"/>
              </a:spcBef>
              <a:spcAft>
                <a:spcPts val="0"/>
              </a:spcAft>
              <a:buClr>
                <a:schemeClr val="accent1"/>
              </a:buClr>
              <a:buSzPts val="1400"/>
              <a:buNone/>
              <a:defRPr sz="1400">
                <a:solidFill>
                  <a:schemeClr val="accent1"/>
                </a:solidFill>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pic>
        <p:nvPicPr>
          <p:cNvPr id="17" name="Google Shape;17;p2"/>
          <p:cNvPicPr preferRelativeResize="0"/>
          <p:nvPr/>
        </p:nvPicPr>
        <p:blipFill>
          <a:blip r:embed="rId2">
            <a:alphaModFix/>
          </a:blip>
          <a:stretch>
            <a:fillRect/>
          </a:stretch>
        </p:blipFill>
        <p:spPr>
          <a:xfrm>
            <a:off x="9822896" y="6437887"/>
            <a:ext cx="2235755" cy="338575"/>
          </a:xfrm>
          <a:prstGeom prst="rect">
            <a:avLst/>
          </a:prstGeom>
          <a:noFill/>
          <a:ln>
            <a:noFill/>
          </a:ln>
        </p:spPr>
      </p:pic>
      <p:sp>
        <p:nvSpPr>
          <p:cNvPr id="18" name="Google Shape;18;p2"/>
          <p:cNvSpPr txBox="1">
            <a:spLocks noGrp="1"/>
          </p:cNvSpPr>
          <p:nvPr>
            <p:ph type="subTitle" idx="2"/>
          </p:nvPr>
        </p:nvSpPr>
        <p:spPr>
          <a:xfrm>
            <a:off x="15250" y="346950"/>
            <a:ext cx="7867500" cy="608700"/>
          </a:xfrm>
          <a:prstGeom prst="rect">
            <a:avLst/>
          </a:prstGeom>
        </p:spPr>
        <p:txBody>
          <a:bodyPr spcFirstLastPara="1" wrap="square" lIns="91425" tIns="45700" rIns="91425" bIns="45700" anchor="t" anchorCtr="0"/>
          <a:lstStyle>
            <a:lvl1pPr lvl="0" rtl="0">
              <a:spcBef>
                <a:spcPts val="1000"/>
              </a:spcBef>
              <a:spcAft>
                <a:spcPts val="0"/>
              </a:spcAft>
              <a:buNone/>
              <a:defRPr sz="2400" b="1"/>
            </a:lvl1pPr>
            <a:lvl2pPr lvl="1" rtl="0">
              <a:spcBef>
                <a:spcPts val="1000"/>
              </a:spcBef>
              <a:spcAft>
                <a:spcPts val="0"/>
              </a:spcAft>
              <a:buNone/>
              <a:defRPr/>
            </a:lvl2pPr>
            <a:lvl3pPr lvl="2" rtl="0">
              <a:spcBef>
                <a:spcPts val="1000"/>
              </a:spcBef>
              <a:spcAft>
                <a:spcPts val="0"/>
              </a:spcAft>
              <a:buNone/>
              <a:defRPr/>
            </a:lvl3pPr>
            <a:lvl4pPr lvl="3" rtl="0">
              <a:spcBef>
                <a:spcPts val="1000"/>
              </a:spcBef>
              <a:spcAft>
                <a:spcPts val="0"/>
              </a:spcAft>
              <a:buNone/>
              <a:defRPr/>
            </a:lvl4pPr>
            <a:lvl5pPr lvl="4" rtl="0">
              <a:spcBef>
                <a:spcPts val="1000"/>
              </a:spcBef>
              <a:spcAft>
                <a:spcPts val="0"/>
              </a:spcAft>
              <a:buNone/>
              <a:defRPr/>
            </a:lvl5pPr>
            <a:lvl6pPr lvl="5" rtl="0">
              <a:spcBef>
                <a:spcPts val="1000"/>
              </a:spcBef>
              <a:spcAft>
                <a:spcPts val="0"/>
              </a:spcAft>
              <a:buNone/>
              <a:defRPr/>
            </a:lvl6pPr>
            <a:lvl7pPr lvl="6" rtl="0">
              <a:spcBef>
                <a:spcPts val="1000"/>
              </a:spcBef>
              <a:spcAft>
                <a:spcPts val="0"/>
              </a:spcAft>
              <a:buNone/>
              <a:defRPr/>
            </a:lvl7pPr>
            <a:lvl8pPr lvl="7" rtl="0">
              <a:spcBef>
                <a:spcPts val="1000"/>
              </a:spcBef>
              <a:spcAft>
                <a:spcPts val="0"/>
              </a:spcAft>
              <a:buNone/>
              <a:defRPr/>
            </a:lvl8pPr>
            <a:lvl9pPr lvl="8" rtl="0">
              <a:spcBef>
                <a:spcPts val="1000"/>
              </a:spcBef>
              <a:spcAft>
                <a:spcPts val="0"/>
              </a:spcAft>
              <a:buNone/>
              <a:defRPr/>
            </a:lvl9pPr>
          </a:lstStyle>
          <a:p>
            <a:r>
              <a:rPr lang="en-US"/>
              <a:t>Click to edit Master subtitle style</a:t>
            </a:r>
            <a:endParaRPr/>
          </a:p>
        </p:txBody>
      </p:sp>
      <p:sp>
        <p:nvSpPr>
          <p:cNvPr id="19" name="Google Shape;19;p2"/>
          <p:cNvSpPr txBox="1">
            <a:spLocks noGrp="1"/>
          </p:cNvSpPr>
          <p:nvPr>
            <p:ph type="subTitle" idx="3"/>
          </p:nvPr>
        </p:nvSpPr>
        <p:spPr>
          <a:xfrm>
            <a:off x="1796425" y="1251825"/>
            <a:ext cx="7867500" cy="2710500"/>
          </a:xfrm>
          <a:prstGeom prst="rect">
            <a:avLst/>
          </a:prstGeom>
        </p:spPr>
        <p:txBody>
          <a:bodyPr spcFirstLastPara="1" wrap="square" lIns="91425" tIns="45700" rIns="91425" bIns="45700" anchor="t" anchorCtr="0"/>
          <a:lstStyle>
            <a:lvl1pPr lvl="0" rtl="0">
              <a:spcBef>
                <a:spcPts val="1000"/>
              </a:spcBef>
              <a:spcAft>
                <a:spcPts val="0"/>
              </a:spcAft>
              <a:buNone/>
              <a:defRPr sz="2400"/>
            </a:lvl1pPr>
            <a:lvl2pPr lvl="1" rtl="0">
              <a:spcBef>
                <a:spcPts val="1000"/>
              </a:spcBef>
              <a:spcAft>
                <a:spcPts val="0"/>
              </a:spcAft>
              <a:buNone/>
              <a:defRPr/>
            </a:lvl2pPr>
            <a:lvl3pPr lvl="2" rtl="0">
              <a:spcBef>
                <a:spcPts val="1000"/>
              </a:spcBef>
              <a:spcAft>
                <a:spcPts val="0"/>
              </a:spcAft>
              <a:buNone/>
              <a:defRPr/>
            </a:lvl3pPr>
            <a:lvl4pPr lvl="3" rtl="0">
              <a:spcBef>
                <a:spcPts val="1000"/>
              </a:spcBef>
              <a:spcAft>
                <a:spcPts val="0"/>
              </a:spcAft>
              <a:buNone/>
              <a:defRPr/>
            </a:lvl4pPr>
            <a:lvl5pPr lvl="4" rtl="0">
              <a:spcBef>
                <a:spcPts val="1000"/>
              </a:spcBef>
              <a:spcAft>
                <a:spcPts val="0"/>
              </a:spcAft>
              <a:buNone/>
              <a:defRPr/>
            </a:lvl5pPr>
            <a:lvl6pPr lvl="5" rtl="0">
              <a:spcBef>
                <a:spcPts val="1000"/>
              </a:spcBef>
              <a:spcAft>
                <a:spcPts val="0"/>
              </a:spcAft>
              <a:buNone/>
              <a:defRPr/>
            </a:lvl6pPr>
            <a:lvl7pPr lvl="6" rtl="0">
              <a:spcBef>
                <a:spcPts val="1000"/>
              </a:spcBef>
              <a:spcAft>
                <a:spcPts val="0"/>
              </a:spcAft>
              <a:buNone/>
              <a:defRPr/>
            </a:lvl7pPr>
            <a:lvl8pPr lvl="7" rtl="0">
              <a:spcBef>
                <a:spcPts val="1000"/>
              </a:spcBef>
              <a:spcAft>
                <a:spcPts val="0"/>
              </a:spcAft>
              <a:buNone/>
              <a:defRPr/>
            </a:lvl8pPr>
            <a:lvl9pPr lvl="8" rtl="0">
              <a:spcBef>
                <a:spcPts val="1000"/>
              </a:spcBef>
              <a:spcAft>
                <a:spcPts val="0"/>
              </a:spcAft>
              <a:buNone/>
              <a:defRPr/>
            </a:lvl9pPr>
          </a:lstStyle>
          <a:p>
            <a:r>
              <a:rPr lang="en-US"/>
              <a:t>Click to edit Master subtitle style</a:t>
            </a:r>
            <a:endParaRPr/>
          </a:p>
        </p:txBody>
      </p:sp>
    </p:spTree>
    <p:extLst>
      <p:ext uri="{BB962C8B-B14F-4D97-AF65-F5344CB8AC3E}">
        <p14:creationId xmlns:p14="http://schemas.microsoft.com/office/powerpoint/2010/main" val="1716792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5" r:id="rId4"/>
    <p:sldLayoutId id="2147483656" r:id="rId5"/>
    <p:sldLayoutId id="2147483658" r:id="rId6"/>
    <p:sldLayoutId id="2147483659" r:id="rId7"/>
    <p:sldLayoutId id="2147483661" r:id="rId8"/>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3" name="Google Shape;123;p15"/>
          <p:cNvSpPr txBox="1">
            <a:spLocks noGrp="1"/>
          </p:cNvSpPr>
          <p:nvPr>
            <p:ph type="subTitle" idx="3"/>
          </p:nvPr>
        </p:nvSpPr>
        <p:spPr>
          <a:xfrm>
            <a:off x="1092960" y="635273"/>
            <a:ext cx="8950199" cy="869433"/>
          </a:xfrm>
          <a:prstGeom prst="rect">
            <a:avLst/>
          </a:prstGeom>
        </p:spPr>
        <p:txBody>
          <a:bodyPr spcFirstLastPara="1" wrap="square" lIns="91425" tIns="45700" rIns="91425" bIns="45700" anchor="t" anchorCtr="0">
            <a:noAutofit/>
          </a:bodyPr>
          <a:lstStyle/>
          <a:p>
            <a:r>
              <a:rPr lang="en-GB" b="1" dirty="0"/>
              <a:t>1- Could you tell us a bit of yourself ?</a:t>
            </a:r>
            <a:endParaRPr lang="en-GB" sz="2000" dirty="0"/>
          </a:p>
          <a:p>
            <a:br>
              <a:rPr lang="en-GB" sz="2000" dirty="0"/>
            </a:br>
            <a:endParaRPr lang="en-GB" sz="2200" dirty="0"/>
          </a:p>
        </p:txBody>
      </p:sp>
      <p:sp>
        <p:nvSpPr>
          <p:cNvPr id="7" name="Google Shape;120;p15">
            <a:extLst>
              <a:ext uri="{FF2B5EF4-FFF2-40B4-BE49-F238E27FC236}">
                <a16:creationId xmlns:a16="http://schemas.microsoft.com/office/drawing/2014/main" id="{DC61FD24-83ED-A046-BBA1-2808D1BDACF1}"/>
              </a:ext>
            </a:extLst>
          </p:cNvPr>
          <p:cNvSpPr txBox="1">
            <a:spLocks noGrp="1"/>
          </p:cNvSpPr>
          <p:nvPr>
            <p:ph type="body" idx="1"/>
          </p:nvPr>
        </p:nvSpPr>
        <p:spPr>
          <a:xfrm>
            <a:off x="59724" y="6413184"/>
            <a:ext cx="5157787" cy="338554"/>
          </a:xfrm>
          <a:prstGeom prst="rect">
            <a:avLst/>
          </a:prstGeom>
          <a:noFill/>
          <a:ln>
            <a:noFill/>
          </a:ln>
        </p:spPr>
        <p:txBody>
          <a:bodyPr spcFirstLastPara="1" wrap="square" lIns="91425" tIns="45700" rIns="91425" bIns="45700" anchor="b" anchorCtr="0">
            <a:noAutofit/>
          </a:bodyPr>
          <a:lstStyle/>
          <a:p>
            <a:pPr marL="0" lvl="0" indent="0">
              <a:spcBef>
                <a:spcPts val="0"/>
              </a:spcBef>
            </a:pPr>
            <a:r>
              <a:rPr lang="en-GB" dirty="0">
                <a:sym typeface="Arial"/>
              </a:rPr>
              <a:t>Interview preparation</a:t>
            </a:r>
            <a:endParaRPr lang="en-GB" dirty="0"/>
          </a:p>
        </p:txBody>
      </p:sp>
      <p:sp>
        <p:nvSpPr>
          <p:cNvPr id="5" name="Google Shape;123;p15">
            <a:extLst>
              <a:ext uri="{FF2B5EF4-FFF2-40B4-BE49-F238E27FC236}">
                <a16:creationId xmlns:a16="http://schemas.microsoft.com/office/drawing/2014/main" id="{E19BE71C-4997-C04D-B358-4B3007C5CD3C}"/>
              </a:ext>
            </a:extLst>
          </p:cNvPr>
          <p:cNvSpPr txBox="1">
            <a:spLocks/>
          </p:cNvSpPr>
          <p:nvPr/>
        </p:nvSpPr>
        <p:spPr>
          <a:xfrm>
            <a:off x="1092960" y="1421436"/>
            <a:ext cx="8950198" cy="141211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eaLnBrk="1" hangingPunct="1">
              <a:lnSpc>
                <a:spcPct val="90000"/>
              </a:lnSpc>
              <a:spcBef>
                <a:spcPts val="1000"/>
              </a:spcBef>
              <a:spcAft>
                <a:spcPts val="0"/>
              </a:spcAft>
              <a:buClr>
                <a:schemeClr val="dk1"/>
              </a:buClr>
              <a:buSzPts val="2800"/>
              <a:buFont typeface="Arial"/>
              <a:buNone/>
              <a:defRPr sz="2400" b="0" i="0" u="none" strike="noStrike" cap="none">
                <a:solidFill>
                  <a:schemeClr val="dk1"/>
                </a:solidFill>
                <a:latin typeface="Calibri"/>
                <a:ea typeface="Calibri"/>
                <a:cs typeface="Calibri"/>
                <a:sym typeface="Calibri"/>
              </a:defRPr>
            </a:lvl1pPr>
            <a:lvl2pPr marL="914400" marR="0" lvl="1" indent="-381000" algn="l" rtl="0" eaLnBrk="1" hangingPunct="1">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eaLnBrk="1" hangingPunct="1">
              <a:lnSpc>
                <a:spcPct val="90000"/>
              </a:lnSpc>
              <a:spcBef>
                <a:spcPts val="10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828800" marR="0" lvl="3"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2286000" marR="0" lvl="4"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6pPr>
            <a:lvl7pPr marL="3200400" marR="0" lvl="6"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7pPr>
            <a:lvl8pPr marL="3657600" marR="0" lvl="7"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8pPr>
            <a:lvl9pPr marL="4114800" marR="0" lvl="8"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9pPr>
          </a:lstStyle>
          <a:p>
            <a:pPr marL="393700" indent="-342900" fontAlgn="base">
              <a:buFont typeface="Arial" panose="020B0604020202020204" pitchFamily="34" charset="0"/>
              <a:buChar char="•"/>
            </a:pPr>
            <a:r>
              <a:rPr lang="en-GB" sz="2200" dirty="0"/>
              <a:t>This is the typical first question on almost all the interviews. Before your interview day, prepare some short description about yourself. Don’t start from a very early age, keep it relevant and talk maximum 5 minutes.</a:t>
            </a:r>
          </a:p>
        </p:txBody>
      </p:sp>
      <p:sp>
        <p:nvSpPr>
          <p:cNvPr id="8" name="Google Shape;123;p15">
            <a:extLst>
              <a:ext uri="{FF2B5EF4-FFF2-40B4-BE49-F238E27FC236}">
                <a16:creationId xmlns:a16="http://schemas.microsoft.com/office/drawing/2014/main" id="{7049D324-40CE-0F43-B9C6-F7729C4B1670}"/>
              </a:ext>
            </a:extLst>
          </p:cNvPr>
          <p:cNvSpPr txBox="1">
            <a:spLocks/>
          </p:cNvSpPr>
          <p:nvPr/>
        </p:nvSpPr>
        <p:spPr>
          <a:xfrm>
            <a:off x="1092959" y="3863716"/>
            <a:ext cx="8950198" cy="179032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eaLnBrk="1" hangingPunct="1">
              <a:lnSpc>
                <a:spcPct val="90000"/>
              </a:lnSpc>
              <a:spcBef>
                <a:spcPts val="1000"/>
              </a:spcBef>
              <a:spcAft>
                <a:spcPts val="0"/>
              </a:spcAft>
              <a:buClr>
                <a:schemeClr val="dk1"/>
              </a:buClr>
              <a:buSzPts val="2800"/>
              <a:buFont typeface="Arial"/>
              <a:buNone/>
              <a:defRPr sz="2400" b="0" i="0" u="none" strike="noStrike" cap="none">
                <a:solidFill>
                  <a:schemeClr val="dk1"/>
                </a:solidFill>
                <a:latin typeface="Calibri"/>
                <a:ea typeface="Calibri"/>
                <a:cs typeface="Calibri"/>
                <a:sym typeface="Calibri"/>
              </a:defRPr>
            </a:lvl1pPr>
            <a:lvl2pPr marL="914400" marR="0" lvl="1" indent="-381000" algn="l" rtl="0" eaLnBrk="1" hangingPunct="1">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eaLnBrk="1" hangingPunct="1">
              <a:lnSpc>
                <a:spcPct val="90000"/>
              </a:lnSpc>
              <a:spcBef>
                <a:spcPts val="10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828800" marR="0" lvl="3"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2286000" marR="0" lvl="4"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6pPr>
            <a:lvl7pPr marL="3200400" marR="0" lvl="6"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7pPr>
            <a:lvl8pPr marL="3657600" marR="0" lvl="7"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8pPr>
            <a:lvl9pPr marL="4114800" marR="0" lvl="8"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9pPr>
          </a:lstStyle>
          <a:p>
            <a:pPr marL="393700" indent="-342900" fontAlgn="base">
              <a:buFont typeface="Arial" panose="020B0604020202020204" pitchFamily="34" charset="0"/>
              <a:buChar char="•"/>
            </a:pPr>
            <a:r>
              <a:rPr lang="en-GB" sz="2200" dirty="0"/>
              <a:t>You should explain how you start testing and why you like it. You can mention that you were always testing applications as a user and decided to learn more about it. On </a:t>
            </a:r>
            <a:r>
              <a:rPr lang="en-GB" sz="2200" dirty="0" err="1"/>
              <a:t>uDemy</a:t>
            </a:r>
            <a:r>
              <a:rPr lang="en-GB" sz="2200" dirty="0"/>
              <a:t> you completed education and continue to work as a freelancer. This information is really powerful and will increase your chance of getting the job.</a:t>
            </a:r>
          </a:p>
        </p:txBody>
      </p:sp>
      <p:sp>
        <p:nvSpPr>
          <p:cNvPr id="9" name="Google Shape;123;p15">
            <a:extLst>
              <a:ext uri="{FF2B5EF4-FFF2-40B4-BE49-F238E27FC236}">
                <a16:creationId xmlns:a16="http://schemas.microsoft.com/office/drawing/2014/main" id="{35714156-B2AE-9845-A7C0-AD5CCE7E453F}"/>
              </a:ext>
            </a:extLst>
          </p:cNvPr>
          <p:cNvSpPr txBox="1">
            <a:spLocks/>
          </p:cNvSpPr>
          <p:nvPr/>
        </p:nvSpPr>
        <p:spPr>
          <a:xfrm>
            <a:off x="1092959" y="2994283"/>
            <a:ext cx="8950199" cy="8694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eaLnBrk="1" hangingPunct="1">
              <a:lnSpc>
                <a:spcPct val="90000"/>
              </a:lnSpc>
              <a:spcBef>
                <a:spcPts val="1000"/>
              </a:spcBef>
              <a:spcAft>
                <a:spcPts val="0"/>
              </a:spcAft>
              <a:buClr>
                <a:schemeClr val="dk1"/>
              </a:buClr>
              <a:buSzPts val="2800"/>
              <a:buFont typeface="Arial"/>
              <a:buNone/>
              <a:defRPr sz="2400" b="0" i="0" u="none" strike="noStrike" cap="none">
                <a:solidFill>
                  <a:schemeClr val="dk1"/>
                </a:solidFill>
                <a:latin typeface="Calibri"/>
                <a:ea typeface="Calibri"/>
                <a:cs typeface="Calibri"/>
                <a:sym typeface="Calibri"/>
              </a:defRPr>
            </a:lvl1pPr>
            <a:lvl2pPr marL="914400" marR="0" lvl="1" indent="-381000" algn="l" rtl="0" eaLnBrk="1" hangingPunct="1">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eaLnBrk="1" hangingPunct="1">
              <a:lnSpc>
                <a:spcPct val="90000"/>
              </a:lnSpc>
              <a:spcBef>
                <a:spcPts val="10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828800" marR="0" lvl="3"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2286000" marR="0" lvl="4"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6pPr>
            <a:lvl7pPr marL="3200400" marR="0" lvl="6"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7pPr>
            <a:lvl8pPr marL="3657600" marR="0" lvl="7"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8pPr>
            <a:lvl9pPr marL="4114800" marR="0" lvl="8"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9pPr>
          </a:lstStyle>
          <a:p>
            <a:r>
              <a:rPr lang="en-GB" b="1" dirty="0"/>
              <a:t>2- How did you learn testing ?</a:t>
            </a:r>
            <a:endParaRPr lang="en-GB" dirty="0"/>
          </a:p>
          <a:p>
            <a:br>
              <a:rPr lang="en-GB" dirty="0"/>
            </a:br>
            <a:br>
              <a:rPr lang="en-GB" sz="2000" dirty="0"/>
            </a:br>
            <a:endParaRPr lang="en-GB" sz="2200" dirty="0"/>
          </a:p>
        </p:txBody>
      </p:sp>
    </p:spTree>
    <p:extLst>
      <p:ext uri="{BB962C8B-B14F-4D97-AF65-F5344CB8AC3E}">
        <p14:creationId xmlns:p14="http://schemas.microsoft.com/office/powerpoint/2010/main" val="7116213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3" name="Google Shape;123;p15"/>
          <p:cNvSpPr txBox="1">
            <a:spLocks noGrp="1"/>
          </p:cNvSpPr>
          <p:nvPr>
            <p:ph type="subTitle" idx="3"/>
          </p:nvPr>
        </p:nvSpPr>
        <p:spPr>
          <a:xfrm>
            <a:off x="1092960" y="635273"/>
            <a:ext cx="8950199" cy="869433"/>
          </a:xfrm>
          <a:prstGeom prst="rect">
            <a:avLst/>
          </a:prstGeom>
        </p:spPr>
        <p:txBody>
          <a:bodyPr spcFirstLastPara="1" wrap="square" lIns="91425" tIns="45700" rIns="91425" bIns="45700" anchor="t" anchorCtr="0">
            <a:noAutofit/>
          </a:bodyPr>
          <a:lstStyle/>
          <a:p>
            <a:r>
              <a:rPr lang="en-GB" b="1" dirty="0"/>
              <a:t>3- Can you explain the SDLC ?</a:t>
            </a:r>
            <a:endParaRPr lang="en-GB" dirty="0"/>
          </a:p>
          <a:p>
            <a:br>
              <a:rPr lang="en-GB" dirty="0"/>
            </a:br>
            <a:br>
              <a:rPr lang="en-GB" sz="2000" dirty="0"/>
            </a:br>
            <a:endParaRPr lang="en-GB" sz="2200" dirty="0"/>
          </a:p>
        </p:txBody>
      </p:sp>
      <p:sp>
        <p:nvSpPr>
          <p:cNvPr id="7" name="Google Shape;120;p15">
            <a:extLst>
              <a:ext uri="{FF2B5EF4-FFF2-40B4-BE49-F238E27FC236}">
                <a16:creationId xmlns:a16="http://schemas.microsoft.com/office/drawing/2014/main" id="{DC61FD24-83ED-A046-BBA1-2808D1BDACF1}"/>
              </a:ext>
            </a:extLst>
          </p:cNvPr>
          <p:cNvSpPr txBox="1">
            <a:spLocks noGrp="1"/>
          </p:cNvSpPr>
          <p:nvPr>
            <p:ph type="body" idx="1"/>
          </p:nvPr>
        </p:nvSpPr>
        <p:spPr>
          <a:xfrm>
            <a:off x="59724" y="6413184"/>
            <a:ext cx="5157787" cy="338554"/>
          </a:xfrm>
          <a:prstGeom prst="rect">
            <a:avLst/>
          </a:prstGeom>
          <a:noFill/>
          <a:ln>
            <a:noFill/>
          </a:ln>
        </p:spPr>
        <p:txBody>
          <a:bodyPr spcFirstLastPara="1" wrap="square" lIns="91425" tIns="45700" rIns="91425" bIns="45700" anchor="b" anchorCtr="0">
            <a:noAutofit/>
          </a:bodyPr>
          <a:lstStyle/>
          <a:p>
            <a:pPr marL="0" lvl="0" indent="0">
              <a:spcBef>
                <a:spcPts val="0"/>
              </a:spcBef>
            </a:pPr>
            <a:r>
              <a:rPr lang="en-GB" dirty="0">
                <a:sym typeface="Arial"/>
              </a:rPr>
              <a:t>Interview preparation</a:t>
            </a:r>
            <a:endParaRPr lang="en-GB" dirty="0"/>
          </a:p>
        </p:txBody>
      </p:sp>
      <p:sp>
        <p:nvSpPr>
          <p:cNvPr id="5" name="Google Shape;123;p15">
            <a:extLst>
              <a:ext uri="{FF2B5EF4-FFF2-40B4-BE49-F238E27FC236}">
                <a16:creationId xmlns:a16="http://schemas.microsoft.com/office/drawing/2014/main" id="{E19BE71C-4997-C04D-B358-4B3007C5CD3C}"/>
              </a:ext>
            </a:extLst>
          </p:cNvPr>
          <p:cNvSpPr txBox="1">
            <a:spLocks/>
          </p:cNvSpPr>
          <p:nvPr/>
        </p:nvSpPr>
        <p:spPr>
          <a:xfrm>
            <a:off x="1092960" y="1421436"/>
            <a:ext cx="8950198" cy="141211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eaLnBrk="1" hangingPunct="1">
              <a:lnSpc>
                <a:spcPct val="90000"/>
              </a:lnSpc>
              <a:spcBef>
                <a:spcPts val="1000"/>
              </a:spcBef>
              <a:spcAft>
                <a:spcPts val="0"/>
              </a:spcAft>
              <a:buClr>
                <a:schemeClr val="dk1"/>
              </a:buClr>
              <a:buSzPts val="2800"/>
              <a:buFont typeface="Arial"/>
              <a:buNone/>
              <a:defRPr sz="2400" b="0" i="0" u="none" strike="noStrike" cap="none">
                <a:solidFill>
                  <a:schemeClr val="dk1"/>
                </a:solidFill>
                <a:latin typeface="Calibri"/>
                <a:ea typeface="Calibri"/>
                <a:cs typeface="Calibri"/>
                <a:sym typeface="Calibri"/>
              </a:defRPr>
            </a:lvl1pPr>
            <a:lvl2pPr marL="914400" marR="0" lvl="1" indent="-381000" algn="l" rtl="0" eaLnBrk="1" hangingPunct="1">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eaLnBrk="1" hangingPunct="1">
              <a:lnSpc>
                <a:spcPct val="90000"/>
              </a:lnSpc>
              <a:spcBef>
                <a:spcPts val="10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828800" marR="0" lvl="3"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2286000" marR="0" lvl="4"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6pPr>
            <a:lvl7pPr marL="3200400" marR="0" lvl="6"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7pPr>
            <a:lvl8pPr marL="3657600" marR="0" lvl="7"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8pPr>
            <a:lvl9pPr marL="4114800" marR="0" lvl="8"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9pPr>
          </a:lstStyle>
          <a:p>
            <a:pPr marL="393700" indent="-342900" fontAlgn="base">
              <a:buFont typeface="Arial" panose="020B0604020202020204" pitchFamily="34" charset="0"/>
              <a:buChar char="•"/>
            </a:pPr>
            <a:r>
              <a:rPr lang="en-GB" sz="2200" dirty="0"/>
              <a:t>Software Development Life Cycle (SDLC) is a terminology used to explain how software is delivered to a customer in a series of steps. So basically SLDC is the way IT companies delivers a piece of software.</a:t>
            </a:r>
          </a:p>
        </p:txBody>
      </p:sp>
      <p:sp>
        <p:nvSpPr>
          <p:cNvPr id="8" name="Google Shape;123;p15">
            <a:extLst>
              <a:ext uri="{FF2B5EF4-FFF2-40B4-BE49-F238E27FC236}">
                <a16:creationId xmlns:a16="http://schemas.microsoft.com/office/drawing/2014/main" id="{7049D324-40CE-0F43-B9C6-F7729C4B1670}"/>
              </a:ext>
            </a:extLst>
          </p:cNvPr>
          <p:cNvSpPr txBox="1">
            <a:spLocks/>
          </p:cNvSpPr>
          <p:nvPr/>
        </p:nvSpPr>
        <p:spPr>
          <a:xfrm>
            <a:off x="1092959" y="3863716"/>
            <a:ext cx="8950198" cy="179032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eaLnBrk="1" hangingPunct="1">
              <a:lnSpc>
                <a:spcPct val="90000"/>
              </a:lnSpc>
              <a:spcBef>
                <a:spcPts val="1000"/>
              </a:spcBef>
              <a:spcAft>
                <a:spcPts val="0"/>
              </a:spcAft>
              <a:buClr>
                <a:schemeClr val="dk1"/>
              </a:buClr>
              <a:buSzPts val="2800"/>
              <a:buFont typeface="Arial"/>
              <a:buNone/>
              <a:defRPr sz="2400" b="0" i="0" u="none" strike="noStrike" cap="none">
                <a:solidFill>
                  <a:schemeClr val="dk1"/>
                </a:solidFill>
                <a:latin typeface="Calibri"/>
                <a:ea typeface="Calibri"/>
                <a:cs typeface="Calibri"/>
                <a:sym typeface="Calibri"/>
              </a:defRPr>
            </a:lvl1pPr>
            <a:lvl2pPr marL="914400" marR="0" lvl="1" indent="-381000" algn="l" rtl="0" eaLnBrk="1" hangingPunct="1">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eaLnBrk="1" hangingPunct="1">
              <a:lnSpc>
                <a:spcPct val="90000"/>
              </a:lnSpc>
              <a:spcBef>
                <a:spcPts val="10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828800" marR="0" lvl="3"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2286000" marR="0" lvl="4"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6pPr>
            <a:lvl7pPr marL="3200400" marR="0" lvl="6"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7pPr>
            <a:lvl8pPr marL="3657600" marR="0" lvl="7"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8pPr>
            <a:lvl9pPr marL="4114800" marR="0" lvl="8"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9pPr>
          </a:lstStyle>
          <a:p>
            <a:pPr marL="393700" indent="-342900" fontAlgn="base">
              <a:buFont typeface="Arial" panose="020B0604020202020204" pitchFamily="34" charset="0"/>
              <a:buChar char="•"/>
            </a:pPr>
            <a:r>
              <a:rPr lang="en-GB" sz="2200" dirty="0"/>
              <a:t>Many QA teams have team members who are from all corners of the world. QA engineers must be comfortable communicating with people of all backgrounds and all levels of language proficiency.</a:t>
            </a:r>
          </a:p>
        </p:txBody>
      </p:sp>
      <p:sp>
        <p:nvSpPr>
          <p:cNvPr id="9" name="Google Shape;123;p15">
            <a:extLst>
              <a:ext uri="{FF2B5EF4-FFF2-40B4-BE49-F238E27FC236}">
                <a16:creationId xmlns:a16="http://schemas.microsoft.com/office/drawing/2014/main" id="{35714156-B2AE-9845-A7C0-AD5CCE7E453F}"/>
              </a:ext>
            </a:extLst>
          </p:cNvPr>
          <p:cNvSpPr txBox="1">
            <a:spLocks/>
          </p:cNvSpPr>
          <p:nvPr/>
        </p:nvSpPr>
        <p:spPr>
          <a:xfrm>
            <a:off x="1092959" y="2994283"/>
            <a:ext cx="8950199" cy="8694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eaLnBrk="1" hangingPunct="1">
              <a:lnSpc>
                <a:spcPct val="90000"/>
              </a:lnSpc>
              <a:spcBef>
                <a:spcPts val="1000"/>
              </a:spcBef>
              <a:spcAft>
                <a:spcPts val="0"/>
              </a:spcAft>
              <a:buClr>
                <a:schemeClr val="dk1"/>
              </a:buClr>
              <a:buSzPts val="2800"/>
              <a:buFont typeface="Arial"/>
              <a:buNone/>
              <a:defRPr sz="2400" b="0" i="0" u="none" strike="noStrike" cap="none">
                <a:solidFill>
                  <a:schemeClr val="dk1"/>
                </a:solidFill>
                <a:latin typeface="Calibri"/>
                <a:ea typeface="Calibri"/>
                <a:cs typeface="Calibri"/>
                <a:sym typeface="Calibri"/>
              </a:defRPr>
            </a:lvl1pPr>
            <a:lvl2pPr marL="914400" marR="0" lvl="1" indent="-381000" algn="l" rtl="0" eaLnBrk="1" hangingPunct="1">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eaLnBrk="1" hangingPunct="1">
              <a:lnSpc>
                <a:spcPct val="90000"/>
              </a:lnSpc>
              <a:spcBef>
                <a:spcPts val="10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828800" marR="0" lvl="3"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2286000" marR="0" lvl="4"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6pPr>
            <a:lvl7pPr marL="3200400" marR="0" lvl="6"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7pPr>
            <a:lvl8pPr marL="3657600" marR="0" lvl="7"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8pPr>
            <a:lvl9pPr marL="4114800" marR="0" lvl="8"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9pPr>
          </a:lstStyle>
          <a:p>
            <a:r>
              <a:rPr lang="en-GB" b="1" dirty="0"/>
              <a:t>4- How well do you work with others?</a:t>
            </a:r>
            <a:endParaRPr lang="en-GB" dirty="0"/>
          </a:p>
          <a:p>
            <a:br>
              <a:rPr lang="en-GB" dirty="0"/>
            </a:br>
            <a:br>
              <a:rPr lang="en-GB" dirty="0"/>
            </a:br>
            <a:br>
              <a:rPr lang="en-GB" sz="2000" dirty="0"/>
            </a:br>
            <a:endParaRPr lang="en-GB" sz="2200" dirty="0"/>
          </a:p>
        </p:txBody>
      </p:sp>
    </p:spTree>
    <p:extLst>
      <p:ext uri="{BB962C8B-B14F-4D97-AF65-F5344CB8AC3E}">
        <p14:creationId xmlns:p14="http://schemas.microsoft.com/office/powerpoint/2010/main" val="1784775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3" name="Google Shape;123;p15"/>
          <p:cNvSpPr txBox="1">
            <a:spLocks noGrp="1"/>
          </p:cNvSpPr>
          <p:nvPr>
            <p:ph type="subTitle" idx="3"/>
          </p:nvPr>
        </p:nvSpPr>
        <p:spPr>
          <a:xfrm>
            <a:off x="1092960" y="635273"/>
            <a:ext cx="8950199" cy="869433"/>
          </a:xfrm>
          <a:prstGeom prst="rect">
            <a:avLst/>
          </a:prstGeom>
        </p:spPr>
        <p:txBody>
          <a:bodyPr spcFirstLastPara="1" wrap="square" lIns="91425" tIns="45700" rIns="91425" bIns="45700" anchor="t" anchorCtr="0">
            <a:noAutofit/>
          </a:bodyPr>
          <a:lstStyle/>
          <a:p>
            <a:r>
              <a:rPr lang="en-GB" b="1" dirty="0"/>
              <a:t>5- What is a Test Case ? What does it include ?</a:t>
            </a:r>
            <a:endParaRPr lang="en-GB" dirty="0"/>
          </a:p>
          <a:p>
            <a:br>
              <a:rPr lang="en-GB" dirty="0"/>
            </a:br>
            <a:br>
              <a:rPr lang="en-GB" dirty="0"/>
            </a:br>
            <a:br>
              <a:rPr lang="en-GB" sz="2000" dirty="0"/>
            </a:br>
            <a:endParaRPr lang="en-GB" sz="2200" dirty="0"/>
          </a:p>
        </p:txBody>
      </p:sp>
      <p:sp>
        <p:nvSpPr>
          <p:cNvPr id="7" name="Google Shape;120;p15">
            <a:extLst>
              <a:ext uri="{FF2B5EF4-FFF2-40B4-BE49-F238E27FC236}">
                <a16:creationId xmlns:a16="http://schemas.microsoft.com/office/drawing/2014/main" id="{DC61FD24-83ED-A046-BBA1-2808D1BDACF1}"/>
              </a:ext>
            </a:extLst>
          </p:cNvPr>
          <p:cNvSpPr txBox="1">
            <a:spLocks noGrp="1"/>
          </p:cNvSpPr>
          <p:nvPr>
            <p:ph type="body" idx="1"/>
          </p:nvPr>
        </p:nvSpPr>
        <p:spPr>
          <a:xfrm>
            <a:off x="59724" y="6413184"/>
            <a:ext cx="5157787" cy="338554"/>
          </a:xfrm>
          <a:prstGeom prst="rect">
            <a:avLst/>
          </a:prstGeom>
          <a:noFill/>
          <a:ln>
            <a:noFill/>
          </a:ln>
        </p:spPr>
        <p:txBody>
          <a:bodyPr spcFirstLastPara="1" wrap="square" lIns="91425" tIns="45700" rIns="91425" bIns="45700" anchor="b" anchorCtr="0">
            <a:noAutofit/>
          </a:bodyPr>
          <a:lstStyle/>
          <a:p>
            <a:pPr marL="0" lvl="0" indent="0">
              <a:spcBef>
                <a:spcPts val="0"/>
              </a:spcBef>
            </a:pPr>
            <a:r>
              <a:rPr lang="en-GB" dirty="0">
                <a:sym typeface="Arial"/>
              </a:rPr>
              <a:t>Interview preparation</a:t>
            </a:r>
            <a:endParaRPr lang="en-GB" dirty="0"/>
          </a:p>
        </p:txBody>
      </p:sp>
      <p:sp>
        <p:nvSpPr>
          <p:cNvPr id="5" name="Google Shape;123;p15">
            <a:extLst>
              <a:ext uri="{FF2B5EF4-FFF2-40B4-BE49-F238E27FC236}">
                <a16:creationId xmlns:a16="http://schemas.microsoft.com/office/drawing/2014/main" id="{E19BE71C-4997-C04D-B358-4B3007C5CD3C}"/>
              </a:ext>
            </a:extLst>
          </p:cNvPr>
          <p:cNvSpPr txBox="1">
            <a:spLocks/>
          </p:cNvSpPr>
          <p:nvPr/>
        </p:nvSpPr>
        <p:spPr>
          <a:xfrm>
            <a:off x="1092960" y="1421436"/>
            <a:ext cx="8950198" cy="141211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eaLnBrk="1" hangingPunct="1">
              <a:lnSpc>
                <a:spcPct val="90000"/>
              </a:lnSpc>
              <a:spcBef>
                <a:spcPts val="1000"/>
              </a:spcBef>
              <a:spcAft>
                <a:spcPts val="0"/>
              </a:spcAft>
              <a:buClr>
                <a:schemeClr val="dk1"/>
              </a:buClr>
              <a:buSzPts val="2800"/>
              <a:buFont typeface="Arial"/>
              <a:buNone/>
              <a:defRPr sz="2400" b="0" i="0" u="none" strike="noStrike" cap="none">
                <a:solidFill>
                  <a:schemeClr val="dk1"/>
                </a:solidFill>
                <a:latin typeface="Calibri"/>
                <a:ea typeface="Calibri"/>
                <a:cs typeface="Calibri"/>
                <a:sym typeface="Calibri"/>
              </a:defRPr>
            </a:lvl1pPr>
            <a:lvl2pPr marL="914400" marR="0" lvl="1" indent="-381000" algn="l" rtl="0" eaLnBrk="1" hangingPunct="1">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eaLnBrk="1" hangingPunct="1">
              <a:lnSpc>
                <a:spcPct val="90000"/>
              </a:lnSpc>
              <a:spcBef>
                <a:spcPts val="10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828800" marR="0" lvl="3"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2286000" marR="0" lvl="4"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6pPr>
            <a:lvl7pPr marL="3200400" marR="0" lvl="6"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7pPr>
            <a:lvl8pPr marL="3657600" marR="0" lvl="7"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8pPr>
            <a:lvl9pPr marL="4114800" marR="0" lvl="8"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9pPr>
          </a:lstStyle>
          <a:p>
            <a:pPr marL="393700" indent="-342900" fontAlgn="base">
              <a:buFont typeface="Arial" panose="020B0604020202020204" pitchFamily="34" charset="0"/>
              <a:buChar char="•"/>
            </a:pPr>
            <a:r>
              <a:rPr lang="en-GB" sz="2200" dirty="0"/>
              <a:t>A test case is document to describes the process how to test the application. It may include ID, steps description, expected and actual outcome, assignee, pass/fail, priority, etc.</a:t>
            </a:r>
          </a:p>
        </p:txBody>
      </p:sp>
      <p:sp>
        <p:nvSpPr>
          <p:cNvPr id="8" name="Google Shape;123;p15">
            <a:extLst>
              <a:ext uri="{FF2B5EF4-FFF2-40B4-BE49-F238E27FC236}">
                <a16:creationId xmlns:a16="http://schemas.microsoft.com/office/drawing/2014/main" id="{7049D324-40CE-0F43-B9C6-F7729C4B1670}"/>
              </a:ext>
            </a:extLst>
          </p:cNvPr>
          <p:cNvSpPr txBox="1">
            <a:spLocks/>
          </p:cNvSpPr>
          <p:nvPr/>
        </p:nvSpPr>
        <p:spPr>
          <a:xfrm>
            <a:off x="1092959" y="3863716"/>
            <a:ext cx="8950198" cy="179032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eaLnBrk="1" hangingPunct="1">
              <a:lnSpc>
                <a:spcPct val="90000"/>
              </a:lnSpc>
              <a:spcBef>
                <a:spcPts val="1000"/>
              </a:spcBef>
              <a:spcAft>
                <a:spcPts val="0"/>
              </a:spcAft>
              <a:buClr>
                <a:schemeClr val="dk1"/>
              </a:buClr>
              <a:buSzPts val="2800"/>
              <a:buFont typeface="Arial"/>
              <a:buNone/>
              <a:defRPr sz="2400" b="0" i="0" u="none" strike="noStrike" cap="none">
                <a:solidFill>
                  <a:schemeClr val="dk1"/>
                </a:solidFill>
                <a:latin typeface="Calibri"/>
                <a:ea typeface="Calibri"/>
                <a:cs typeface="Calibri"/>
                <a:sym typeface="Calibri"/>
              </a:defRPr>
            </a:lvl1pPr>
            <a:lvl2pPr marL="914400" marR="0" lvl="1" indent="-381000" algn="l" rtl="0" eaLnBrk="1" hangingPunct="1">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eaLnBrk="1" hangingPunct="1">
              <a:lnSpc>
                <a:spcPct val="90000"/>
              </a:lnSpc>
              <a:spcBef>
                <a:spcPts val="10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828800" marR="0" lvl="3"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2286000" marR="0" lvl="4"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6pPr>
            <a:lvl7pPr marL="3200400" marR="0" lvl="6"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7pPr>
            <a:lvl8pPr marL="3657600" marR="0" lvl="7"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8pPr>
            <a:lvl9pPr marL="4114800" marR="0" lvl="8"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9pPr>
          </a:lstStyle>
          <a:p>
            <a:pPr marL="393700" indent="-342900" fontAlgn="base">
              <a:buFont typeface="Arial" panose="020B0604020202020204" pitchFamily="34" charset="0"/>
              <a:buChar char="•"/>
            </a:pPr>
            <a:r>
              <a:rPr lang="en-GB" sz="2200" dirty="0"/>
              <a:t>If its exist, I would refer to a business requirement document. If document is not exist </a:t>
            </a:r>
            <a:r>
              <a:rPr lang="en-GB" sz="2200" dirty="0" err="1"/>
              <a:t>i</a:t>
            </a:r>
            <a:r>
              <a:rPr lang="en-GB" sz="2200" dirty="0"/>
              <a:t> will discuss with business analyst and development team to have a better clarification and write test cases according to outcome from the meetings.</a:t>
            </a:r>
          </a:p>
        </p:txBody>
      </p:sp>
      <p:sp>
        <p:nvSpPr>
          <p:cNvPr id="9" name="Google Shape;123;p15">
            <a:extLst>
              <a:ext uri="{FF2B5EF4-FFF2-40B4-BE49-F238E27FC236}">
                <a16:creationId xmlns:a16="http://schemas.microsoft.com/office/drawing/2014/main" id="{35714156-B2AE-9845-A7C0-AD5CCE7E453F}"/>
              </a:ext>
            </a:extLst>
          </p:cNvPr>
          <p:cNvSpPr txBox="1">
            <a:spLocks/>
          </p:cNvSpPr>
          <p:nvPr/>
        </p:nvSpPr>
        <p:spPr>
          <a:xfrm>
            <a:off x="1092959" y="2994283"/>
            <a:ext cx="8950199" cy="8694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eaLnBrk="1" hangingPunct="1">
              <a:lnSpc>
                <a:spcPct val="90000"/>
              </a:lnSpc>
              <a:spcBef>
                <a:spcPts val="1000"/>
              </a:spcBef>
              <a:spcAft>
                <a:spcPts val="0"/>
              </a:spcAft>
              <a:buClr>
                <a:schemeClr val="dk1"/>
              </a:buClr>
              <a:buSzPts val="2800"/>
              <a:buFont typeface="Arial"/>
              <a:buNone/>
              <a:defRPr sz="2400" b="0" i="0" u="none" strike="noStrike" cap="none">
                <a:solidFill>
                  <a:schemeClr val="dk1"/>
                </a:solidFill>
                <a:latin typeface="Calibri"/>
                <a:ea typeface="Calibri"/>
                <a:cs typeface="Calibri"/>
                <a:sym typeface="Calibri"/>
              </a:defRPr>
            </a:lvl1pPr>
            <a:lvl2pPr marL="914400" marR="0" lvl="1" indent="-381000" algn="l" rtl="0" eaLnBrk="1" hangingPunct="1">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eaLnBrk="1" hangingPunct="1">
              <a:lnSpc>
                <a:spcPct val="90000"/>
              </a:lnSpc>
              <a:spcBef>
                <a:spcPts val="10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828800" marR="0" lvl="3"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2286000" marR="0" lvl="4"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6pPr>
            <a:lvl7pPr marL="3200400" marR="0" lvl="6"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7pPr>
            <a:lvl8pPr marL="3657600" marR="0" lvl="7"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8pPr>
            <a:lvl9pPr marL="4114800" marR="0" lvl="8"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9pPr>
          </a:lstStyle>
          <a:p>
            <a:r>
              <a:rPr lang="en-GB" b="1" dirty="0"/>
              <a:t>6- What documents do you refer to write Test cases ?</a:t>
            </a:r>
            <a:r>
              <a:rPr lang="en-GB" dirty="0"/>
              <a:t> </a:t>
            </a:r>
            <a:br>
              <a:rPr lang="en-GB" dirty="0"/>
            </a:br>
            <a:br>
              <a:rPr lang="en-GB" dirty="0"/>
            </a:br>
            <a:br>
              <a:rPr lang="en-GB" sz="2000" dirty="0"/>
            </a:br>
            <a:endParaRPr lang="en-GB" sz="2200" dirty="0"/>
          </a:p>
        </p:txBody>
      </p:sp>
    </p:spTree>
    <p:extLst>
      <p:ext uri="{BB962C8B-B14F-4D97-AF65-F5344CB8AC3E}">
        <p14:creationId xmlns:p14="http://schemas.microsoft.com/office/powerpoint/2010/main" val="2757886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3" name="Google Shape;123;p15"/>
          <p:cNvSpPr txBox="1">
            <a:spLocks noGrp="1"/>
          </p:cNvSpPr>
          <p:nvPr>
            <p:ph type="subTitle" idx="3"/>
          </p:nvPr>
        </p:nvSpPr>
        <p:spPr>
          <a:xfrm>
            <a:off x="1092960" y="635273"/>
            <a:ext cx="8950199" cy="869433"/>
          </a:xfrm>
          <a:prstGeom prst="rect">
            <a:avLst/>
          </a:prstGeom>
        </p:spPr>
        <p:txBody>
          <a:bodyPr spcFirstLastPara="1" wrap="square" lIns="91425" tIns="45700" rIns="91425" bIns="45700" anchor="t" anchorCtr="0">
            <a:noAutofit/>
          </a:bodyPr>
          <a:lstStyle/>
          <a:p>
            <a:r>
              <a:rPr lang="en-GB" b="1" dirty="0"/>
              <a:t>7- What is Bug life cycle ?</a:t>
            </a:r>
            <a:br>
              <a:rPr lang="en-GB" dirty="0"/>
            </a:br>
            <a:br>
              <a:rPr lang="en-GB" dirty="0"/>
            </a:br>
            <a:br>
              <a:rPr lang="en-GB" sz="2000" dirty="0"/>
            </a:br>
            <a:endParaRPr lang="en-GB" sz="2200" dirty="0"/>
          </a:p>
        </p:txBody>
      </p:sp>
      <p:sp>
        <p:nvSpPr>
          <p:cNvPr id="7" name="Google Shape;120;p15">
            <a:extLst>
              <a:ext uri="{FF2B5EF4-FFF2-40B4-BE49-F238E27FC236}">
                <a16:creationId xmlns:a16="http://schemas.microsoft.com/office/drawing/2014/main" id="{DC61FD24-83ED-A046-BBA1-2808D1BDACF1}"/>
              </a:ext>
            </a:extLst>
          </p:cNvPr>
          <p:cNvSpPr txBox="1">
            <a:spLocks noGrp="1"/>
          </p:cNvSpPr>
          <p:nvPr>
            <p:ph type="body" idx="1"/>
          </p:nvPr>
        </p:nvSpPr>
        <p:spPr>
          <a:xfrm>
            <a:off x="59724" y="6413184"/>
            <a:ext cx="5157787" cy="338554"/>
          </a:xfrm>
          <a:prstGeom prst="rect">
            <a:avLst/>
          </a:prstGeom>
          <a:noFill/>
          <a:ln>
            <a:noFill/>
          </a:ln>
        </p:spPr>
        <p:txBody>
          <a:bodyPr spcFirstLastPara="1" wrap="square" lIns="91425" tIns="45700" rIns="91425" bIns="45700" anchor="b" anchorCtr="0">
            <a:noAutofit/>
          </a:bodyPr>
          <a:lstStyle/>
          <a:p>
            <a:pPr marL="0" lvl="0" indent="0">
              <a:spcBef>
                <a:spcPts val="0"/>
              </a:spcBef>
            </a:pPr>
            <a:r>
              <a:rPr lang="en-GB" dirty="0">
                <a:sym typeface="Arial"/>
              </a:rPr>
              <a:t>Interview preparation</a:t>
            </a:r>
            <a:endParaRPr lang="en-GB" dirty="0"/>
          </a:p>
        </p:txBody>
      </p:sp>
      <p:sp>
        <p:nvSpPr>
          <p:cNvPr id="5" name="Google Shape;123;p15">
            <a:extLst>
              <a:ext uri="{FF2B5EF4-FFF2-40B4-BE49-F238E27FC236}">
                <a16:creationId xmlns:a16="http://schemas.microsoft.com/office/drawing/2014/main" id="{E19BE71C-4997-C04D-B358-4B3007C5CD3C}"/>
              </a:ext>
            </a:extLst>
          </p:cNvPr>
          <p:cNvSpPr txBox="1">
            <a:spLocks/>
          </p:cNvSpPr>
          <p:nvPr/>
        </p:nvSpPr>
        <p:spPr>
          <a:xfrm>
            <a:off x="1092960" y="1421436"/>
            <a:ext cx="8950198" cy="141211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eaLnBrk="1" hangingPunct="1">
              <a:lnSpc>
                <a:spcPct val="90000"/>
              </a:lnSpc>
              <a:spcBef>
                <a:spcPts val="1000"/>
              </a:spcBef>
              <a:spcAft>
                <a:spcPts val="0"/>
              </a:spcAft>
              <a:buClr>
                <a:schemeClr val="dk1"/>
              </a:buClr>
              <a:buSzPts val="2800"/>
              <a:buFont typeface="Arial"/>
              <a:buNone/>
              <a:defRPr sz="2400" b="0" i="0" u="none" strike="noStrike" cap="none">
                <a:solidFill>
                  <a:schemeClr val="dk1"/>
                </a:solidFill>
                <a:latin typeface="Calibri"/>
                <a:ea typeface="Calibri"/>
                <a:cs typeface="Calibri"/>
                <a:sym typeface="Calibri"/>
              </a:defRPr>
            </a:lvl1pPr>
            <a:lvl2pPr marL="914400" marR="0" lvl="1" indent="-381000" algn="l" rtl="0" eaLnBrk="1" hangingPunct="1">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eaLnBrk="1" hangingPunct="1">
              <a:lnSpc>
                <a:spcPct val="90000"/>
              </a:lnSpc>
              <a:spcBef>
                <a:spcPts val="10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828800" marR="0" lvl="3"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2286000" marR="0" lvl="4"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6pPr>
            <a:lvl7pPr marL="3200400" marR="0" lvl="6"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7pPr>
            <a:lvl8pPr marL="3657600" marR="0" lvl="7"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8pPr>
            <a:lvl9pPr marL="4114800" marR="0" lvl="8"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9pPr>
          </a:lstStyle>
          <a:p>
            <a:pPr marL="393700" indent="-342900" fontAlgn="base">
              <a:buFont typeface="Arial" panose="020B0604020202020204" pitchFamily="34" charset="0"/>
              <a:buChar char="•"/>
            </a:pPr>
            <a:r>
              <a:rPr lang="en-GB" sz="2200" dirty="0"/>
              <a:t>It's a cycle in which a defect goes through during its lifetime. It starts when a bug is found as “NEW BUG” and ends when it is closed after ensuring it's not going to be reproduced anymore.</a:t>
            </a:r>
          </a:p>
        </p:txBody>
      </p:sp>
      <p:sp>
        <p:nvSpPr>
          <p:cNvPr id="8" name="Google Shape;123;p15">
            <a:extLst>
              <a:ext uri="{FF2B5EF4-FFF2-40B4-BE49-F238E27FC236}">
                <a16:creationId xmlns:a16="http://schemas.microsoft.com/office/drawing/2014/main" id="{7049D324-40CE-0F43-B9C6-F7729C4B1670}"/>
              </a:ext>
            </a:extLst>
          </p:cNvPr>
          <p:cNvSpPr txBox="1">
            <a:spLocks/>
          </p:cNvSpPr>
          <p:nvPr/>
        </p:nvSpPr>
        <p:spPr>
          <a:xfrm>
            <a:off x="1092959" y="3863716"/>
            <a:ext cx="8950198" cy="179032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eaLnBrk="1" hangingPunct="1">
              <a:lnSpc>
                <a:spcPct val="90000"/>
              </a:lnSpc>
              <a:spcBef>
                <a:spcPts val="1000"/>
              </a:spcBef>
              <a:spcAft>
                <a:spcPts val="0"/>
              </a:spcAft>
              <a:buClr>
                <a:schemeClr val="dk1"/>
              </a:buClr>
              <a:buSzPts val="2800"/>
              <a:buFont typeface="Arial"/>
              <a:buNone/>
              <a:defRPr sz="2400" b="0" i="0" u="none" strike="noStrike" cap="none">
                <a:solidFill>
                  <a:schemeClr val="dk1"/>
                </a:solidFill>
                <a:latin typeface="Calibri"/>
                <a:ea typeface="Calibri"/>
                <a:cs typeface="Calibri"/>
                <a:sym typeface="Calibri"/>
              </a:defRPr>
            </a:lvl1pPr>
            <a:lvl2pPr marL="914400" marR="0" lvl="1" indent="-381000" algn="l" rtl="0" eaLnBrk="1" hangingPunct="1">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eaLnBrk="1" hangingPunct="1">
              <a:lnSpc>
                <a:spcPct val="90000"/>
              </a:lnSpc>
              <a:spcBef>
                <a:spcPts val="10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828800" marR="0" lvl="3"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2286000" marR="0" lvl="4"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6pPr>
            <a:lvl7pPr marL="3200400" marR="0" lvl="6"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7pPr>
            <a:lvl8pPr marL="3657600" marR="0" lvl="7"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8pPr>
            <a:lvl9pPr marL="4114800" marR="0" lvl="8"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9pPr>
          </a:lstStyle>
          <a:p>
            <a:pPr marL="393700" indent="-342900" fontAlgn="base">
              <a:buFont typeface="Arial" panose="020B0604020202020204" pitchFamily="34" charset="0"/>
              <a:buChar char="•"/>
            </a:pPr>
            <a:r>
              <a:rPr lang="en-GB" sz="2200" dirty="0"/>
              <a:t>Backend testing, deals with all those elements that users can’t see. This means validating the application’s database and API that represent its business logic.</a:t>
            </a:r>
          </a:p>
        </p:txBody>
      </p:sp>
      <p:sp>
        <p:nvSpPr>
          <p:cNvPr id="9" name="Google Shape;123;p15">
            <a:extLst>
              <a:ext uri="{FF2B5EF4-FFF2-40B4-BE49-F238E27FC236}">
                <a16:creationId xmlns:a16="http://schemas.microsoft.com/office/drawing/2014/main" id="{35714156-B2AE-9845-A7C0-AD5CCE7E453F}"/>
              </a:ext>
            </a:extLst>
          </p:cNvPr>
          <p:cNvSpPr txBox="1">
            <a:spLocks/>
          </p:cNvSpPr>
          <p:nvPr/>
        </p:nvSpPr>
        <p:spPr>
          <a:xfrm>
            <a:off x="1092959" y="2994283"/>
            <a:ext cx="8950199" cy="8694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eaLnBrk="1" hangingPunct="1">
              <a:lnSpc>
                <a:spcPct val="90000"/>
              </a:lnSpc>
              <a:spcBef>
                <a:spcPts val="1000"/>
              </a:spcBef>
              <a:spcAft>
                <a:spcPts val="0"/>
              </a:spcAft>
              <a:buClr>
                <a:schemeClr val="dk1"/>
              </a:buClr>
              <a:buSzPts val="2800"/>
              <a:buFont typeface="Arial"/>
              <a:buNone/>
              <a:defRPr sz="2400" b="0" i="0" u="none" strike="noStrike" cap="none">
                <a:solidFill>
                  <a:schemeClr val="dk1"/>
                </a:solidFill>
                <a:latin typeface="Calibri"/>
                <a:ea typeface="Calibri"/>
                <a:cs typeface="Calibri"/>
                <a:sym typeface="Calibri"/>
              </a:defRPr>
            </a:lvl1pPr>
            <a:lvl2pPr marL="914400" marR="0" lvl="1" indent="-381000" algn="l" rtl="0" eaLnBrk="1" hangingPunct="1">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eaLnBrk="1" hangingPunct="1">
              <a:lnSpc>
                <a:spcPct val="90000"/>
              </a:lnSpc>
              <a:spcBef>
                <a:spcPts val="10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828800" marR="0" lvl="3"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2286000" marR="0" lvl="4"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6pPr>
            <a:lvl7pPr marL="3200400" marR="0" lvl="6"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7pPr>
            <a:lvl8pPr marL="3657600" marR="0" lvl="7"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8pPr>
            <a:lvl9pPr marL="4114800" marR="0" lvl="8"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9pPr>
          </a:lstStyle>
          <a:p>
            <a:r>
              <a:rPr lang="en-GB" b="1" dirty="0"/>
              <a:t>8- What is Backend testing ?</a:t>
            </a:r>
            <a:endParaRPr lang="en-GB" dirty="0"/>
          </a:p>
        </p:txBody>
      </p:sp>
    </p:spTree>
    <p:extLst>
      <p:ext uri="{BB962C8B-B14F-4D97-AF65-F5344CB8AC3E}">
        <p14:creationId xmlns:p14="http://schemas.microsoft.com/office/powerpoint/2010/main" val="24215770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3" name="Google Shape;123;p15"/>
          <p:cNvSpPr txBox="1">
            <a:spLocks noGrp="1"/>
          </p:cNvSpPr>
          <p:nvPr>
            <p:ph type="subTitle" idx="3"/>
          </p:nvPr>
        </p:nvSpPr>
        <p:spPr>
          <a:xfrm>
            <a:off x="1092959" y="391269"/>
            <a:ext cx="8950199" cy="869433"/>
          </a:xfrm>
          <a:prstGeom prst="rect">
            <a:avLst/>
          </a:prstGeom>
        </p:spPr>
        <p:txBody>
          <a:bodyPr spcFirstLastPara="1" wrap="square" lIns="91425" tIns="45700" rIns="91425" bIns="45700" anchor="t" anchorCtr="0">
            <a:noAutofit/>
          </a:bodyPr>
          <a:lstStyle/>
          <a:p>
            <a:r>
              <a:rPr lang="en-GB" b="1" dirty="0"/>
              <a:t>9 - When do you think QA activities should start?</a:t>
            </a:r>
            <a:endParaRPr lang="en-GB" dirty="0"/>
          </a:p>
        </p:txBody>
      </p:sp>
      <p:sp>
        <p:nvSpPr>
          <p:cNvPr id="7" name="Google Shape;120;p15">
            <a:extLst>
              <a:ext uri="{FF2B5EF4-FFF2-40B4-BE49-F238E27FC236}">
                <a16:creationId xmlns:a16="http://schemas.microsoft.com/office/drawing/2014/main" id="{DC61FD24-83ED-A046-BBA1-2808D1BDACF1}"/>
              </a:ext>
            </a:extLst>
          </p:cNvPr>
          <p:cNvSpPr txBox="1">
            <a:spLocks noGrp="1"/>
          </p:cNvSpPr>
          <p:nvPr>
            <p:ph type="body" idx="1"/>
          </p:nvPr>
        </p:nvSpPr>
        <p:spPr>
          <a:xfrm>
            <a:off x="59724" y="6413184"/>
            <a:ext cx="5157787" cy="338554"/>
          </a:xfrm>
          <a:prstGeom prst="rect">
            <a:avLst/>
          </a:prstGeom>
          <a:noFill/>
          <a:ln>
            <a:noFill/>
          </a:ln>
        </p:spPr>
        <p:txBody>
          <a:bodyPr spcFirstLastPara="1" wrap="square" lIns="91425" tIns="45700" rIns="91425" bIns="45700" anchor="b" anchorCtr="0">
            <a:noAutofit/>
          </a:bodyPr>
          <a:lstStyle/>
          <a:p>
            <a:pPr marL="0" lvl="0" indent="0">
              <a:spcBef>
                <a:spcPts val="0"/>
              </a:spcBef>
            </a:pPr>
            <a:r>
              <a:rPr lang="en-GB" dirty="0">
                <a:sym typeface="Arial"/>
              </a:rPr>
              <a:t>Interview preparation</a:t>
            </a:r>
            <a:endParaRPr lang="en-GB" dirty="0"/>
          </a:p>
        </p:txBody>
      </p:sp>
      <p:sp>
        <p:nvSpPr>
          <p:cNvPr id="5" name="Google Shape;123;p15">
            <a:extLst>
              <a:ext uri="{FF2B5EF4-FFF2-40B4-BE49-F238E27FC236}">
                <a16:creationId xmlns:a16="http://schemas.microsoft.com/office/drawing/2014/main" id="{E19BE71C-4997-C04D-B358-4B3007C5CD3C}"/>
              </a:ext>
            </a:extLst>
          </p:cNvPr>
          <p:cNvSpPr txBox="1">
            <a:spLocks/>
          </p:cNvSpPr>
          <p:nvPr/>
        </p:nvSpPr>
        <p:spPr>
          <a:xfrm>
            <a:off x="1092959" y="1069729"/>
            <a:ext cx="8950198" cy="141211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eaLnBrk="1" hangingPunct="1">
              <a:lnSpc>
                <a:spcPct val="90000"/>
              </a:lnSpc>
              <a:spcBef>
                <a:spcPts val="1000"/>
              </a:spcBef>
              <a:spcAft>
                <a:spcPts val="0"/>
              </a:spcAft>
              <a:buClr>
                <a:schemeClr val="dk1"/>
              </a:buClr>
              <a:buSzPts val="2800"/>
              <a:buFont typeface="Arial"/>
              <a:buNone/>
              <a:defRPr sz="2400" b="0" i="0" u="none" strike="noStrike" cap="none">
                <a:solidFill>
                  <a:schemeClr val="dk1"/>
                </a:solidFill>
                <a:latin typeface="Calibri"/>
                <a:ea typeface="Calibri"/>
                <a:cs typeface="Calibri"/>
                <a:sym typeface="Calibri"/>
              </a:defRPr>
            </a:lvl1pPr>
            <a:lvl2pPr marL="914400" marR="0" lvl="1" indent="-381000" algn="l" rtl="0" eaLnBrk="1" hangingPunct="1">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eaLnBrk="1" hangingPunct="1">
              <a:lnSpc>
                <a:spcPct val="90000"/>
              </a:lnSpc>
              <a:spcBef>
                <a:spcPts val="10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828800" marR="0" lvl="3"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2286000" marR="0" lvl="4"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6pPr>
            <a:lvl7pPr marL="3200400" marR="0" lvl="6"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7pPr>
            <a:lvl8pPr marL="3657600" marR="0" lvl="7"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8pPr>
            <a:lvl9pPr marL="4114800" marR="0" lvl="8"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9pPr>
          </a:lstStyle>
          <a:p>
            <a:pPr marL="393700" indent="-342900" fontAlgn="base">
              <a:buFont typeface="Arial" panose="020B0604020202020204" pitchFamily="34" charset="0"/>
              <a:buChar char="•"/>
            </a:pPr>
            <a:r>
              <a:rPr lang="en-GB" sz="2100" dirty="0"/>
              <a:t>QA activity should start from the beginning of the project. The more early it starts the more benefit it is to set the standards for achieving the quality. The cost, time and efforts are very challenging in case the QA activities gets delayed.</a:t>
            </a:r>
          </a:p>
        </p:txBody>
      </p:sp>
      <p:sp>
        <p:nvSpPr>
          <p:cNvPr id="8" name="Google Shape;123;p15">
            <a:extLst>
              <a:ext uri="{FF2B5EF4-FFF2-40B4-BE49-F238E27FC236}">
                <a16:creationId xmlns:a16="http://schemas.microsoft.com/office/drawing/2014/main" id="{7049D324-40CE-0F43-B9C6-F7729C4B1670}"/>
              </a:ext>
            </a:extLst>
          </p:cNvPr>
          <p:cNvSpPr txBox="1">
            <a:spLocks/>
          </p:cNvSpPr>
          <p:nvPr/>
        </p:nvSpPr>
        <p:spPr>
          <a:xfrm>
            <a:off x="1092959" y="3092158"/>
            <a:ext cx="8950198" cy="304956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eaLnBrk="1" hangingPunct="1">
              <a:lnSpc>
                <a:spcPct val="90000"/>
              </a:lnSpc>
              <a:spcBef>
                <a:spcPts val="1000"/>
              </a:spcBef>
              <a:spcAft>
                <a:spcPts val="0"/>
              </a:spcAft>
              <a:buClr>
                <a:schemeClr val="dk1"/>
              </a:buClr>
              <a:buSzPts val="2800"/>
              <a:buFont typeface="Arial"/>
              <a:buNone/>
              <a:defRPr sz="2400" b="0" i="0" u="none" strike="noStrike" cap="none">
                <a:solidFill>
                  <a:schemeClr val="dk1"/>
                </a:solidFill>
                <a:latin typeface="Calibri"/>
                <a:ea typeface="Calibri"/>
                <a:cs typeface="Calibri"/>
                <a:sym typeface="Calibri"/>
              </a:defRPr>
            </a:lvl1pPr>
            <a:lvl2pPr marL="914400" marR="0" lvl="1" indent="-381000" algn="l" rtl="0" eaLnBrk="1" hangingPunct="1">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eaLnBrk="1" hangingPunct="1">
              <a:lnSpc>
                <a:spcPct val="90000"/>
              </a:lnSpc>
              <a:spcBef>
                <a:spcPts val="10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828800" marR="0" lvl="3"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2286000" marR="0" lvl="4"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6pPr>
            <a:lvl7pPr marL="3200400" marR="0" lvl="6"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7pPr>
            <a:lvl8pPr marL="3657600" marR="0" lvl="7"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8pPr>
            <a:lvl9pPr marL="4114800" marR="0" lvl="8"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9pPr>
          </a:lstStyle>
          <a:p>
            <a:pPr marL="393700" indent="-342900" fontAlgn="base">
              <a:buFont typeface="Arial" panose="020B0604020202020204" pitchFamily="34" charset="0"/>
              <a:buChar char="•"/>
            </a:pPr>
            <a:r>
              <a:rPr lang="en-GB" sz="2100" dirty="0"/>
              <a:t>Negative testing is a technique which validates that the system behaves gracefully in case of any invalid inputs.</a:t>
            </a:r>
          </a:p>
          <a:p>
            <a:pPr marL="393700" indent="-342900" fontAlgn="base">
              <a:buFont typeface="Arial" panose="020B0604020202020204" pitchFamily="34" charset="0"/>
              <a:buChar char="•"/>
            </a:pPr>
            <a:r>
              <a:rPr lang="en-GB" sz="2100" dirty="0"/>
              <a:t>For example, in case the user enters any invalid data in a text box, the system should display a proper message instead of the technical message which the user does not understand.</a:t>
            </a:r>
          </a:p>
          <a:p>
            <a:pPr marL="393700" indent="-342900" fontAlgn="base">
              <a:buFont typeface="Arial" panose="020B0604020202020204" pitchFamily="34" charset="0"/>
              <a:buChar char="•"/>
            </a:pPr>
            <a:r>
              <a:rPr lang="en-GB" sz="2100" dirty="0"/>
              <a:t>Negative Testing is different from positive testing in a way that positive testing validates that our system works as expected and compares the test results with the expected results.</a:t>
            </a:r>
          </a:p>
        </p:txBody>
      </p:sp>
      <p:sp>
        <p:nvSpPr>
          <p:cNvPr id="9" name="Google Shape;123;p15">
            <a:extLst>
              <a:ext uri="{FF2B5EF4-FFF2-40B4-BE49-F238E27FC236}">
                <a16:creationId xmlns:a16="http://schemas.microsoft.com/office/drawing/2014/main" id="{35714156-B2AE-9845-A7C0-AD5CCE7E453F}"/>
              </a:ext>
            </a:extLst>
          </p:cNvPr>
          <p:cNvSpPr txBox="1">
            <a:spLocks/>
          </p:cNvSpPr>
          <p:nvPr/>
        </p:nvSpPr>
        <p:spPr>
          <a:xfrm>
            <a:off x="1092959" y="2532794"/>
            <a:ext cx="9133081" cy="8694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eaLnBrk="1" hangingPunct="1">
              <a:lnSpc>
                <a:spcPct val="90000"/>
              </a:lnSpc>
              <a:spcBef>
                <a:spcPts val="1000"/>
              </a:spcBef>
              <a:spcAft>
                <a:spcPts val="0"/>
              </a:spcAft>
              <a:buClr>
                <a:schemeClr val="dk1"/>
              </a:buClr>
              <a:buSzPts val="2800"/>
              <a:buFont typeface="Arial"/>
              <a:buNone/>
              <a:defRPr sz="2400" b="0" i="0" u="none" strike="noStrike" cap="none">
                <a:solidFill>
                  <a:schemeClr val="dk1"/>
                </a:solidFill>
                <a:latin typeface="Calibri"/>
                <a:ea typeface="Calibri"/>
                <a:cs typeface="Calibri"/>
                <a:sym typeface="Calibri"/>
              </a:defRPr>
            </a:lvl1pPr>
            <a:lvl2pPr marL="914400" marR="0" lvl="1" indent="-381000" algn="l" rtl="0" eaLnBrk="1" hangingPunct="1">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eaLnBrk="1" hangingPunct="1">
              <a:lnSpc>
                <a:spcPct val="90000"/>
              </a:lnSpc>
              <a:spcBef>
                <a:spcPts val="10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828800" marR="0" lvl="3"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2286000" marR="0" lvl="4"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6pPr>
            <a:lvl7pPr marL="3200400" marR="0" lvl="6"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7pPr>
            <a:lvl8pPr marL="3657600" marR="0" lvl="7"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8pPr>
            <a:lvl9pPr marL="4114800" marR="0" lvl="8" indent="-342900" algn="l" rtl="0" eaLnBrk="1" hangingPunct="1">
              <a:lnSpc>
                <a:spcPct val="90000"/>
              </a:lnSpc>
              <a:spcBef>
                <a:spcPts val="10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9pPr>
          </a:lstStyle>
          <a:p>
            <a:r>
              <a:rPr lang="en-GB" b="1" dirty="0"/>
              <a:t>10- What is negative testing? How is it different from positive testing?</a:t>
            </a:r>
            <a:endParaRPr lang="en-GB" dirty="0"/>
          </a:p>
        </p:txBody>
      </p:sp>
      <p:sp>
        <p:nvSpPr>
          <p:cNvPr id="2" name="TextBox 1">
            <a:extLst>
              <a:ext uri="{FF2B5EF4-FFF2-40B4-BE49-F238E27FC236}">
                <a16:creationId xmlns:a16="http://schemas.microsoft.com/office/drawing/2014/main" id="{CC7765A2-F8C3-934E-B1A3-95C6142FD63A}"/>
              </a:ext>
            </a:extLst>
          </p:cNvPr>
          <p:cNvSpPr txBox="1"/>
          <p:nvPr/>
        </p:nvSpPr>
        <p:spPr>
          <a:xfrm>
            <a:off x="11140440" y="6004560"/>
            <a:ext cx="184731" cy="307777"/>
          </a:xfrm>
          <a:prstGeom prst="rect">
            <a:avLst/>
          </a:prstGeom>
          <a:noFill/>
        </p:spPr>
        <p:txBody>
          <a:bodyPr wrap="none" rtlCol="0">
            <a:spAutoFit/>
          </a:bodyPr>
          <a:lstStyle/>
          <a:p>
            <a:endParaRPr lang="en-US" dirty="0"/>
          </a:p>
        </p:txBody>
      </p:sp>
      <p:sp>
        <p:nvSpPr>
          <p:cNvPr id="3" name="TextBox 2">
            <a:extLst>
              <a:ext uri="{FF2B5EF4-FFF2-40B4-BE49-F238E27FC236}">
                <a16:creationId xmlns:a16="http://schemas.microsoft.com/office/drawing/2014/main" id="{27950FE8-832E-4E4A-8C73-460C4E11F4E5}"/>
              </a:ext>
            </a:extLst>
          </p:cNvPr>
          <p:cNvSpPr txBox="1"/>
          <p:nvPr/>
        </p:nvSpPr>
        <p:spPr>
          <a:xfrm>
            <a:off x="8849418" y="6004560"/>
            <a:ext cx="3342582" cy="307777"/>
          </a:xfrm>
          <a:prstGeom prst="rect">
            <a:avLst/>
          </a:prstGeom>
          <a:noFill/>
        </p:spPr>
        <p:txBody>
          <a:bodyPr wrap="none" rtlCol="0">
            <a:spAutoFit/>
          </a:bodyPr>
          <a:lstStyle/>
          <a:p>
            <a:r>
              <a:rPr lang="en-GB" dirty="0" err="1"/>
              <a:t>softwaretestingmasterclass@gmail.com</a:t>
            </a:r>
            <a:endParaRPr lang="en-US" dirty="0"/>
          </a:p>
        </p:txBody>
      </p:sp>
    </p:spTree>
    <p:extLst>
      <p:ext uri="{BB962C8B-B14F-4D97-AF65-F5344CB8AC3E}">
        <p14:creationId xmlns:p14="http://schemas.microsoft.com/office/powerpoint/2010/main" val="48925828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3.4 Test Case and Checklist" id="{76A0196F-4BE1-7041-9FC0-07D41B7F1A1B}" vid="{928D1B2B-8C1B-A246-B49A-86F4737FC917}"/>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274</TotalTime>
  <Words>564</Words>
  <Application>Microsoft Macintosh PowerPoint</Application>
  <PresentationFormat>Widescreen</PresentationFormat>
  <Paragraphs>33</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Backend Testing</dc:title>
  <dc:creator>Ozan İlhan</dc:creator>
  <cp:lastModifiedBy>Ozan İlhan</cp:lastModifiedBy>
  <cp:revision>33</cp:revision>
  <dcterms:created xsi:type="dcterms:W3CDTF">2019-03-02T12:32:45Z</dcterms:created>
  <dcterms:modified xsi:type="dcterms:W3CDTF">2019-03-31T11:01:35Z</dcterms:modified>
</cp:coreProperties>
</file>